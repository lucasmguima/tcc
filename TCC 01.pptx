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2" r:id="rId10"/>
    <p:sldId id="270" r:id="rId11"/>
    <p:sldId id="263" r:id="rId12"/>
    <p:sldId id="271" r:id="rId13"/>
    <p:sldId id="272" r:id="rId14"/>
    <p:sldId id="273" r:id="rId15"/>
    <p:sldId id="264" r:id="rId16"/>
    <p:sldId id="274" r:id="rId17"/>
    <p:sldId id="275" r:id="rId18"/>
    <p:sldId id="276" r:id="rId19"/>
    <p:sldId id="277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43C27-D2F2-8718-54AA-3F32B72C3BAD}" v="864" dt="2025-06-19T17:31:41.314"/>
    <p1510:client id="{8C68CE76-2410-C063-0622-5443F16C7C76}" v="910" dt="2025-06-21T14:41:03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da Mata Guimarães" userId="ec0bbbfb53b082c3" providerId="Windows Live" clId="Web-{C7799456-7156-710E-B5A7-1CF797EE96F8}"/>
    <pc:docChg chg="addSld modSld">
      <pc:chgData name="Lucas da Mata Guimarães" userId="ec0bbbfb53b082c3" providerId="Windows Live" clId="Web-{C7799456-7156-710E-B5A7-1CF797EE96F8}" dt="2025-06-11T19:06:27.418" v="12" actId="20577"/>
      <pc:docMkLst>
        <pc:docMk/>
      </pc:docMkLst>
      <pc:sldChg chg="modSp new">
        <pc:chgData name="Lucas da Mata Guimarães" userId="ec0bbbfb53b082c3" providerId="Windows Live" clId="Web-{C7799456-7156-710E-B5A7-1CF797EE96F8}" dt="2025-06-11T19:06:27.418" v="12" actId="20577"/>
        <pc:sldMkLst>
          <pc:docMk/>
          <pc:sldMk cId="3765498107" sldId="257"/>
        </pc:sldMkLst>
        <pc:spChg chg="mod">
          <ac:chgData name="Lucas da Mata Guimarães" userId="ec0bbbfb53b082c3" providerId="Windows Live" clId="Web-{C7799456-7156-710E-B5A7-1CF797EE96F8}" dt="2025-06-11T19:06:27.418" v="12" actId="20577"/>
          <ac:spMkLst>
            <pc:docMk/>
            <pc:sldMk cId="3765498107" sldId="257"/>
            <ac:spMk id="2" creationId="{8C6F8FB9-D85F-789C-39EE-54A11FCE3281}"/>
          </ac:spMkLst>
        </pc:spChg>
      </pc:sldChg>
    </pc:docChg>
  </pc:docChgLst>
  <pc:docChgLst>
    <pc:chgData name="Lucas da Mata Guimarães" userId="ec0bbbfb53b082c3" providerId="Windows Live" clId="Web-{0AC43C27-D2F2-8718-54AA-3F32B72C3BAD}"/>
    <pc:docChg chg="addSld delSld modSld">
      <pc:chgData name="Lucas da Mata Guimarães" userId="ec0bbbfb53b082c3" providerId="Windows Live" clId="Web-{0AC43C27-D2F2-8718-54AA-3F32B72C3BAD}" dt="2025-06-19T17:31:41.314" v="804" actId="1076"/>
      <pc:docMkLst>
        <pc:docMk/>
      </pc:docMkLst>
      <pc:sldChg chg="modSp">
        <pc:chgData name="Lucas da Mata Guimarães" userId="ec0bbbfb53b082c3" providerId="Windows Live" clId="Web-{0AC43C27-D2F2-8718-54AA-3F32B72C3BAD}" dt="2025-06-19T16:50:30.884" v="327" actId="20577"/>
        <pc:sldMkLst>
          <pc:docMk/>
          <pc:sldMk cId="3765498107" sldId="257"/>
        </pc:sldMkLst>
        <pc:spChg chg="mod">
          <ac:chgData name="Lucas da Mata Guimarães" userId="ec0bbbfb53b082c3" providerId="Windows Live" clId="Web-{0AC43C27-D2F2-8718-54AA-3F32B72C3BAD}" dt="2025-06-19T16:50:30.884" v="327" actId="20577"/>
          <ac:spMkLst>
            <pc:docMk/>
            <pc:sldMk cId="3765498107" sldId="257"/>
            <ac:spMk id="3" creationId="{6050901F-E4A8-1251-DEB9-C33E5FC20544}"/>
          </ac:spMkLst>
        </pc:spChg>
      </pc:sldChg>
      <pc:sldChg chg="modSp">
        <pc:chgData name="Lucas da Mata Guimarães" userId="ec0bbbfb53b082c3" providerId="Windows Live" clId="Web-{0AC43C27-D2F2-8718-54AA-3F32B72C3BAD}" dt="2025-06-19T16:58:59.167" v="602" actId="20577"/>
        <pc:sldMkLst>
          <pc:docMk/>
          <pc:sldMk cId="2620917307" sldId="258"/>
        </pc:sldMkLst>
        <pc:spChg chg="mod">
          <ac:chgData name="Lucas da Mata Guimarães" userId="ec0bbbfb53b082c3" providerId="Windows Live" clId="Web-{0AC43C27-D2F2-8718-54AA-3F32B72C3BAD}" dt="2025-06-19T16:58:59.167" v="602" actId="20577"/>
          <ac:spMkLst>
            <pc:docMk/>
            <pc:sldMk cId="2620917307" sldId="258"/>
            <ac:spMk id="3" creationId="{816705DA-F9E9-A95E-F135-207D84908CCD}"/>
          </ac:spMkLst>
        </pc:spChg>
      </pc:sldChg>
      <pc:sldChg chg="modSp">
        <pc:chgData name="Lucas da Mata Guimarães" userId="ec0bbbfb53b082c3" providerId="Windows Live" clId="Web-{0AC43C27-D2F2-8718-54AA-3F32B72C3BAD}" dt="2025-06-19T16:52:23.653" v="476" actId="20577"/>
        <pc:sldMkLst>
          <pc:docMk/>
          <pc:sldMk cId="3158290771" sldId="259"/>
        </pc:sldMkLst>
        <pc:spChg chg="mod">
          <ac:chgData name="Lucas da Mata Guimarães" userId="ec0bbbfb53b082c3" providerId="Windows Live" clId="Web-{0AC43C27-D2F2-8718-54AA-3F32B72C3BAD}" dt="2025-06-19T16:52:23.653" v="476" actId="20577"/>
          <ac:spMkLst>
            <pc:docMk/>
            <pc:sldMk cId="3158290771" sldId="259"/>
            <ac:spMk id="3" creationId="{F3995E29-05DE-D292-2D44-4FE7DD194B58}"/>
          </ac:spMkLst>
        </pc:spChg>
      </pc:sldChg>
      <pc:sldChg chg="modSp">
        <pc:chgData name="Lucas da Mata Guimarães" userId="ec0bbbfb53b082c3" providerId="Windows Live" clId="Web-{0AC43C27-D2F2-8718-54AA-3F32B72C3BAD}" dt="2025-06-19T16:58:56.058" v="600" actId="20577"/>
        <pc:sldMkLst>
          <pc:docMk/>
          <pc:sldMk cId="578971294" sldId="260"/>
        </pc:sldMkLst>
        <pc:spChg chg="mod">
          <ac:chgData name="Lucas da Mata Guimarães" userId="ec0bbbfb53b082c3" providerId="Windows Live" clId="Web-{0AC43C27-D2F2-8718-54AA-3F32B72C3BAD}" dt="2025-06-19T16:58:56.058" v="600" actId="20577"/>
          <ac:spMkLst>
            <pc:docMk/>
            <pc:sldMk cId="578971294" sldId="260"/>
            <ac:spMk id="3" creationId="{7C79CDEA-FD6F-6DD3-0E68-AE895E037861}"/>
          </ac:spMkLst>
        </pc:spChg>
      </pc:sldChg>
      <pc:sldChg chg="modSp">
        <pc:chgData name="Lucas da Mata Guimarães" userId="ec0bbbfb53b082c3" providerId="Windows Live" clId="Web-{0AC43C27-D2F2-8718-54AA-3F32B72C3BAD}" dt="2025-06-19T17:03:07.957" v="653" actId="20577"/>
        <pc:sldMkLst>
          <pc:docMk/>
          <pc:sldMk cId="2142823740" sldId="261"/>
        </pc:sldMkLst>
        <pc:spChg chg="mod">
          <ac:chgData name="Lucas da Mata Guimarães" userId="ec0bbbfb53b082c3" providerId="Windows Live" clId="Web-{0AC43C27-D2F2-8718-54AA-3F32B72C3BAD}" dt="2025-06-19T17:03:07.957" v="653" actId="20577"/>
          <ac:spMkLst>
            <pc:docMk/>
            <pc:sldMk cId="2142823740" sldId="261"/>
            <ac:spMk id="3" creationId="{F7006F12-0214-7C06-4E9F-8A2EEB743618}"/>
          </ac:spMkLst>
        </pc:spChg>
      </pc:sldChg>
      <pc:sldChg chg="addSp modSp">
        <pc:chgData name="Lucas da Mata Guimarães" userId="ec0bbbfb53b082c3" providerId="Windows Live" clId="Web-{0AC43C27-D2F2-8718-54AA-3F32B72C3BAD}" dt="2025-06-19T17:31:41.314" v="804" actId="1076"/>
        <pc:sldMkLst>
          <pc:docMk/>
          <pc:sldMk cId="2431420434" sldId="262"/>
        </pc:sldMkLst>
        <pc:spChg chg="add mod">
          <ac:chgData name="Lucas da Mata Guimarães" userId="ec0bbbfb53b082c3" providerId="Windows Live" clId="Web-{0AC43C27-D2F2-8718-54AA-3F32B72C3BAD}" dt="2025-06-19T17:31:41.314" v="804" actId="1076"/>
          <ac:spMkLst>
            <pc:docMk/>
            <pc:sldMk cId="2431420434" sldId="262"/>
            <ac:spMk id="5" creationId="{9D130AE0-8765-FD58-974B-9C414E3B6993}"/>
          </ac:spMkLst>
        </pc:spChg>
        <pc:picChg chg="add mod">
          <ac:chgData name="Lucas da Mata Guimarães" userId="ec0bbbfb53b082c3" providerId="Windows Live" clId="Web-{0AC43C27-D2F2-8718-54AA-3F32B72C3BAD}" dt="2025-06-19T17:31:33.736" v="803" actId="1076"/>
          <ac:picMkLst>
            <pc:docMk/>
            <pc:sldMk cId="2431420434" sldId="262"/>
            <ac:picMk id="4" creationId="{255CF418-1B8F-A42A-A106-7BAFEED712CD}"/>
          </ac:picMkLst>
        </pc:picChg>
      </pc:sldChg>
      <pc:sldChg chg="addSp modSp add replId">
        <pc:chgData name="Lucas da Mata Guimarães" userId="ec0bbbfb53b082c3" providerId="Windows Live" clId="Web-{0AC43C27-D2F2-8718-54AA-3F32B72C3BAD}" dt="2025-06-19T17:18:16.849" v="747" actId="1076"/>
        <pc:sldMkLst>
          <pc:docMk/>
          <pc:sldMk cId="3208265665" sldId="268"/>
        </pc:sldMkLst>
        <pc:spChg chg="mod">
          <ac:chgData name="Lucas da Mata Guimarães" userId="ec0bbbfb53b082c3" providerId="Windows Live" clId="Web-{0AC43C27-D2F2-8718-54AA-3F32B72C3BAD}" dt="2025-06-19T17:10:28.551" v="703" actId="20577"/>
          <ac:spMkLst>
            <pc:docMk/>
            <pc:sldMk cId="3208265665" sldId="268"/>
            <ac:spMk id="3" creationId="{573773C9-F47E-F897-F09A-1BAD7E463DEF}"/>
          </ac:spMkLst>
        </pc:spChg>
        <pc:spChg chg="add mod">
          <ac:chgData name="Lucas da Mata Guimarães" userId="ec0bbbfb53b082c3" providerId="Windows Live" clId="Web-{0AC43C27-D2F2-8718-54AA-3F32B72C3BAD}" dt="2025-06-19T17:18:16.849" v="747" actId="1076"/>
          <ac:spMkLst>
            <pc:docMk/>
            <pc:sldMk cId="3208265665" sldId="268"/>
            <ac:spMk id="6" creationId="{BA5FCB8A-A50B-55D2-D8C9-1841D7CDF4B3}"/>
          </ac:spMkLst>
        </pc:spChg>
        <pc:picChg chg="add mod">
          <ac:chgData name="Lucas da Mata Guimarães" userId="ec0bbbfb53b082c3" providerId="Windows Live" clId="Web-{0AC43C27-D2F2-8718-54AA-3F32B72C3BAD}" dt="2025-06-19T17:14:07.918" v="724" actId="14100"/>
          <ac:picMkLst>
            <pc:docMk/>
            <pc:sldMk cId="3208265665" sldId="268"/>
            <ac:picMk id="4" creationId="{1833ADC4-72F9-B8FA-1B43-95EABAE98C9C}"/>
          </ac:picMkLst>
        </pc:picChg>
        <pc:picChg chg="add mod">
          <ac:chgData name="Lucas da Mata Guimarães" userId="ec0bbbfb53b082c3" providerId="Windows Live" clId="Web-{0AC43C27-D2F2-8718-54AA-3F32B72C3BAD}" dt="2025-06-19T17:14:36.653" v="729" actId="1076"/>
          <ac:picMkLst>
            <pc:docMk/>
            <pc:sldMk cId="3208265665" sldId="268"/>
            <ac:picMk id="5" creationId="{142423AF-2ECA-2778-4B52-EA4515A58C0B}"/>
          </ac:picMkLst>
        </pc:picChg>
      </pc:sldChg>
      <pc:sldChg chg="addSp delSp modSp add replId">
        <pc:chgData name="Lucas da Mata Guimarães" userId="ec0bbbfb53b082c3" providerId="Windows Live" clId="Web-{0AC43C27-D2F2-8718-54AA-3F32B72C3BAD}" dt="2025-06-19T17:20:25.462" v="776" actId="1076"/>
        <pc:sldMkLst>
          <pc:docMk/>
          <pc:sldMk cId="1559839550" sldId="269"/>
        </pc:sldMkLst>
        <pc:spChg chg="mod">
          <ac:chgData name="Lucas da Mata Guimarães" userId="ec0bbbfb53b082c3" providerId="Windows Live" clId="Web-{0AC43C27-D2F2-8718-54AA-3F32B72C3BAD}" dt="2025-06-19T17:18:42.271" v="754" actId="20577"/>
          <ac:spMkLst>
            <pc:docMk/>
            <pc:sldMk cId="1559839550" sldId="269"/>
            <ac:spMk id="3" creationId="{1FBF2E7D-BDFC-D790-EF2C-7B595295EFCC}"/>
          </ac:spMkLst>
        </pc:spChg>
        <pc:spChg chg="mod">
          <ac:chgData name="Lucas da Mata Guimarães" userId="ec0bbbfb53b082c3" providerId="Windows Live" clId="Web-{0AC43C27-D2F2-8718-54AA-3F32B72C3BAD}" dt="2025-06-19T17:19:25.460" v="765" actId="1076"/>
          <ac:spMkLst>
            <pc:docMk/>
            <pc:sldMk cId="1559839550" sldId="269"/>
            <ac:spMk id="6" creationId="{BB783DB1-DB85-A3EE-4C33-FDB4556CF0EE}"/>
          </ac:spMkLst>
        </pc:spChg>
        <pc:picChg chg="del">
          <ac:chgData name="Lucas da Mata Guimarães" userId="ec0bbbfb53b082c3" providerId="Windows Live" clId="Web-{0AC43C27-D2F2-8718-54AA-3F32B72C3BAD}" dt="2025-06-19T17:19:57.977" v="766"/>
          <ac:picMkLst>
            <pc:docMk/>
            <pc:sldMk cId="1559839550" sldId="269"/>
            <ac:picMk id="4" creationId="{24D96391-BEA5-9793-D6C0-FF34DB6E2801}"/>
          </ac:picMkLst>
        </pc:picChg>
        <pc:picChg chg="del">
          <ac:chgData name="Lucas da Mata Guimarães" userId="ec0bbbfb53b082c3" providerId="Windows Live" clId="Web-{0AC43C27-D2F2-8718-54AA-3F32B72C3BAD}" dt="2025-06-19T17:18:47.272" v="755"/>
          <ac:picMkLst>
            <pc:docMk/>
            <pc:sldMk cId="1559839550" sldId="269"/>
            <ac:picMk id="5" creationId="{D6F5C3A4-1BCC-EE8B-4C9D-E3F7859660F3}"/>
          </ac:picMkLst>
        </pc:picChg>
        <pc:picChg chg="add mod">
          <ac:chgData name="Lucas da Mata Guimarães" userId="ec0bbbfb53b082c3" providerId="Windows Live" clId="Web-{0AC43C27-D2F2-8718-54AA-3F32B72C3BAD}" dt="2025-06-19T17:19:01.163" v="758" actId="1076"/>
          <ac:picMkLst>
            <pc:docMk/>
            <pc:sldMk cId="1559839550" sldId="269"/>
            <ac:picMk id="7" creationId="{D28D4B5B-E798-D05E-3828-474D1555F2DC}"/>
          </ac:picMkLst>
        </pc:picChg>
        <pc:picChg chg="add mod">
          <ac:chgData name="Lucas da Mata Guimarães" userId="ec0bbbfb53b082c3" providerId="Windows Live" clId="Web-{0AC43C27-D2F2-8718-54AA-3F32B72C3BAD}" dt="2025-06-19T17:20:25.462" v="776" actId="1076"/>
          <ac:picMkLst>
            <pc:docMk/>
            <pc:sldMk cId="1559839550" sldId="269"/>
            <ac:picMk id="8" creationId="{2072EB5B-8AB3-3021-D268-E320BDD80F99}"/>
          </ac:picMkLst>
        </pc:picChg>
      </pc:sldChg>
      <pc:sldChg chg="new del">
        <pc:chgData name="Lucas da Mata Guimarães" userId="ec0bbbfb53b082c3" providerId="Windows Live" clId="Web-{0AC43C27-D2F2-8718-54AA-3F32B72C3BAD}" dt="2025-06-19T17:08:53.344" v="694"/>
        <pc:sldMkLst>
          <pc:docMk/>
          <pc:sldMk cId="2607964828" sldId="269"/>
        </pc:sldMkLst>
      </pc:sldChg>
      <pc:sldChg chg="new del">
        <pc:chgData name="Lucas da Mata Guimarães" userId="ec0bbbfb53b082c3" providerId="Windows Live" clId="Web-{0AC43C27-D2F2-8718-54AA-3F32B72C3BAD}" dt="2025-06-19T17:05:34.869" v="692"/>
        <pc:sldMkLst>
          <pc:docMk/>
          <pc:sldMk cId="2805966967" sldId="269"/>
        </pc:sldMkLst>
      </pc:sldChg>
    </pc:docChg>
  </pc:docChgLst>
  <pc:docChgLst>
    <pc:chgData name="Lucas da Mata Guimarães" userId="ec0bbbfb53b082c3" providerId="Windows Live" clId="Web-{3BEC533D-8D40-E140-4AF3-B1260AB1DE08}"/>
    <pc:docChg chg="addSld delSld modSld">
      <pc:chgData name="Lucas da Mata Guimarães" userId="ec0bbbfb53b082c3" providerId="Windows Live" clId="Web-{3BEC533D-8D40-E140-4AF3-B1260AB1DE08}" dt="2025-06-11T19:49:49.020" v="331" actId="20577"/>
      <pc:docMkLst>
        <pc:docMk/>
      </pc:docMkLst>
      <pc:sldChg chg="modSp">
        <pc:chgData name="Lucas da Mata Guimarães" userId="ec0bbbfb53b082c3" providerId="Windows Live" clId="Web-{3BEC533D-8D40-E140-4AF3-B1260AB1DE08}" dt="2025-06-11T19:49:49.020" v="331" actId="20577"/>
        <pc:sldMkLst>
          <pc:docMk/>
          <pc:sldMk cId="2210866551" sldId="256"/>
        </pc:sldMkLst>
        <pc:spChg chg="mod">
          <ac:chgData name="Lucas da Mata Guimarães" userId="ec0bbbfb53b082c3" providerId="Windows Live" clId="Web-{3BEC533D-8D40-E140-4AF3-B1260AB1DE08}" dt="2025-06-11T19:49:35.505" v="328" actId="20577"/>
          <ac:spMkLst>
            <pc:docMk/>
            <pc:sldMk cId="2210866551" sldId="256"/>
            <ac:spMk id="2" creationId="{00000000-0000-0000-0000-000000000000}"/>
          </ac:spMkLst>
        </pc:spChg>
        <pc:spChg chg="mod">
          <ac:chgData name="Lucas da Mata Guimarães" userId="ec0bbbfb53b082c3" providerId="Windows Live" clId="Web-{3BEC533D-8D40-E140-4AF3-B1260AB1DE08}" dt="2025-06-11T19:49:49.020" v="331" actId="20577"/>
          <ac:spMkLst>
            <pc:docMk/>
            <pc:sldMk cId="2210866551" sldId="256"/>
            <ac:spMk id="3" creationId="{00000000-0000-0000-0000-000000000000}"/>
          </ac:spMkLst>
        </pc:spChg>
      </pc:sldChg>
      <pc:sldChg chg="modSp">
        <pc:chgData name="Lucas da Mata Guimarães" userId="ec0bbbfb53b082c3" providerId="Windows Live" clId="Web-{3BEC533D-8D40-E140-4AF3-B1260AB1DE08}" dt="2025-06-11T19:17:55.073" v="18" actId="20577"/>
        <pc:sldMkLst>
          <pc:docMk/>
          <pc:sldMk cId="3765498107" sldId="257"/>
        </pc:sldMkLst>
        <pc:spChg chg="mod">
          <ac:chgData name="Lucas da Mata Guimarães" userId="ec0bbbfb53b082c3" providerId="Windows Live" clId="Web-{3BEC533D-8D40-E140-4AF3-B1260AB1DE08}" dt="2025-06-11T19:17:55.073" v="18" actId="20577"/>
          <ac:spMkLst>
            <pc:docMk/>
            <pc:sldMk cId="3765498107" sldId="257"/>
            <ac:spMk id="3" creationId="{6050901F-E4A8-1251-DEB9-C33E5FC20544}"/>
          </ac:spMkLst>
        </pc:spChg>
      </pc:sldChg>
      <pc:sldChg chg="modSp add replId">
        <pc:chgData name="Lucas da Mata Guimarães" userId="ec0bbbfb53b082c3" providerId="Windows Live" clId="Web-{3BEC533D-8D40-E140-4AF3-B1260AB1DE08}" dt="2025-06-11T19:18:39.512" v="41" actId="20577"/>
        <pc:sldMkLst>
          <pc:docMk/>
          <pc:sldMk cId="2620917307" sldId="258"/>
        </pc:sldMkLst>
        <pc:spChg chg="mod">
          <ac:chgData name="Lucas da Mata Guimarães" userId="ec0bbbfb53b082c3" providerId="Windows Live" clId="Web-{3BEC533D-8D40-E140-4AF3-B1260AB1DE08}" dt="2025-06-11T19:18:39.512" v="41" actId="20577"/>
          <ac:spMkLst>
            <pc:docMk/>
            <pc:sldMk cId="2620917307" sldId="258"/>
            <ac:spMk id="3" creationId="{816705DA-F9E9-A95E-F135-207D84908CCD}"/>
          </ac:spMkLst>
        </pc:spChg>
      </pc:sldChg>
      <pc:sldChg chg="modSp add del replId">
        <pc:chgData name="Lucas da Mata Guimarães" userId="ec0bbbfb53b082c3" providerId="Windows Live" clId="Web-{3BEC533D-8D40-E140-4AF3-B1260AB1DE08}" dt="2025-06-11T19:18:23.543" v="25"/>
        <pc:sldMkLst>
          <pc:docMk/>
          <pc:sldMk cId="3356335694" sldId="258"/>
        </pc:sldMkLst>
        <pc:spChg chg="mod">
          <ac:chgData name="Lucas da Mata Guimarães" userId="ec0bbbfb53b082c3" providerId="Windows Live" clId="Web-{3BEC533D-8D40-E140-4AF3-B1260AB1DE08}" dt="2025-06-11T19:18:11.074" v="20" actId="20577"/>
          <ac:spMkLst>
            <pc:docMk/>
            <pc:sldMk cId="3356335694" sldId="258"/>
            <ac:spMk id="3" creationId="{0314C7E8-1B4C-C942-FDF3-1E5B89201B2D}"/>
          </ac:spMkLst>
        </pc:spChg>
      </pc:sldChg>
      <pc:sldChg chg="add del replId">
        <pc:chgData name="Lucas da Mata Guimarães" userId="ec0bbbfb53b082c3" providerId="Windows Live" clId="Web-{3BEC533D-8D40-E140-4AF3-B1260AB1DE08}" dt="2025-06-11T19:18:18.902" v="24"/>
        <pc:sldMkLst>
          <pc:docMk/>
          <pc:sldMk cId="2897121293" sldId="259"/>
        </pc:sldMkLst>
      </pc:sldChg>
      <pc:sldChg chg="modSp add replId">
        <pc:chgData name="Lucas da Mata Guimarães" userId="ec0bbbfb53b082c3" providerId="Windows Live" clId="Web-{3BEC533D-8D40-E140-4AF3-B1260AB1DE08}" dt="2025-06-11T19:18:51.872" v="55" actId="20577"/>
        <pc:sldMkLst>
          <pc:docMk/>
          <pc:sldMk cId="3158290771" sldId="259"/>
        </pc:sldMkLst>
        <pc:spChg chg="mod">
          <ac:chgData name="Lucas da Mata Guimarães" userId="ec0bbbfb53b082c3" providerId="Windows Live" clId="Web-{3BEC533D-8D40-E140-4AF3-B1260AB1DE08}" dt="2025-06-11T19:18:51.872" v="55" actId="20577"/>
          <ac:spMkLst>
            <pc:docMk/>
            <pc:sldMk cId="3158290771" sldId="259"/>
            <ac:spMk id="3" creationId="{F3995E29-05DE-D292-2D44-4FE7DD194B58}"/>
          </ac:spMkLst>
        </pc:spChg>
      </pc:sldChg>
      <pc:sldChg chg="add del replId">
        <pc:chgData name="Lucas da Mata Guimarães" userId="ec0bbbfb53b082c3" providerId="Windows Live" clId="Web-{3BEC533D-8D40-E140-4AF3-B1260AB1DE08}" dt="2025-06-11T19:18:16.777" v="23"/>
        <pc:sldMkLst>
          <pc:docMk/>
          <pc:sldMk cId="241167478" sldId="260"/>
        </pc:sldMkLst>
      </pc:sldChg>
      <pc:sldChg chg="modSp add replId">
        <pc:chgData name="Lucas da Mata Guimarães" userId="ec0bbbfb53b082c3" providerId="Windows Live" clId="Web-{3BEC533D-8D40-E140-4AF3-B1260AB1DE08}" dt="2025-06-11T19:23:33.612" v="94" actId="20577"/>
        <pc:sldMkLst>
          <pc:docMk/>
          <pc:sldMk cId="578971294" sldId="260"/>
        </pc:sldMkLst>
        <pc:spChg chg="mod">
          <ac:chgData name="Lucas da Mata Guimarães" userId="ec0bbbfb53b082c3" providerId="Windows Live" clId="Web-{3BEC533D-8D40-E140-4AF3-B1260AB1DE08}" dt="2025-06-11T19:21:29.359" v="73" actId="20577"/>
          <ac:spMkLst>
            <pc:docMk/>
            <pc:sldMk cId="578971294" sldId="260"/>
            <ac:spMk id="2" creationId="{929BD11F-69A0-CA95-E673-487CF6D827ED}"/>
          </ac:spMkLst>
        </pc:spChg>
        <pc:spChg chg="mod">
          <ac:chgData name="Lucas da Mata Guimarães" userId="ec0bbbfb53b082c3" providerId="Windows Live" clId="Web-{3BEC533D-8D40-E140-4AF3-B1260AB1DE08}" dt="2025-06-11T19:23:33.612" v="94" actId="20577"/>
          <ac:spMkLst>
            <pc:docMk/>
            <pc:sldMk cId="578971294" sldId="260"/>
            <ac:spMk id="3" creationId="{7C79CDEA-FD6F-6DD3-0E68-AE895E037861}"/>
          </ac:spMkLst>
        </pc:spChg>
      </pc:sldChg>
      <pc:sldChg chg="modSp add replId">
        <pc:chgData name="Lucas da Mata Guimarães" userId="ec0bbbfb53b082c3" providerId="Windows Live" clId="Web-{3BEC533D-8D40-E140-4AF3-B1260AB1DE08}" dt="2025-06-11T19:24:00.081" v="111" actId="20577"/>
        <pc:sldMkLst>
          <pc:docMk/>
          <pc:sldMk cId="2142823740" sldId="261"/>
        </pc:sldMkLst>
        <pc:spChg chg="mod">
          <ac:chgData name="Lucas da Mata Guimarães" userId="ec0bbbfb53b082c3" providerId="Windows Live" clId="Web-{3BEC533D-8D40-E140-4AF3-B1260AB1DE08}" dt="2025-06-11T19:24:00.081" v="111" actId="20577"/>
          <ac:spMkLst>
            <pc:docMk/>
            <pc:sldMk cId="2142823740" sldId="261"/>
            <ac:spMk id="3" creationId="{F7006F12-0214-7C06-4E9F-8A2EEB743618}"/>
          </ac:spMkLst>
        </pc:spChg>
      </pc:sldChg>
      <pc:sldChg chg="modSp add replId">
        <pc:chgData name="Lucas da Mata Guimarães" userId="ec0bbbfb53b082c3" providerId="Windows Live" clId="Web-{3BEC533D-8D40-E140-4AF3-B1260AB1DE08}" dt="2025-06-11T19:24:31.051" v="163" actId="20577"/>
        <pc:sldMkLst>
          <pc:docMk/>
          <pc:sldMk cId="2431420434" sldId="262"/>
        </pc:sldMkLst>
        <pc:spChg chg="mod">
          <ac:chgData name="Lucas da Mata Guimarães" userId="ec0bbbfb53b082c3" providerId="Windows Live" clId="Web-{3BEC533D-8D40-E140-4AF3-B1260AB1DE08}" dt="2025-06-11T19:24:31.051" v="163" actId="20577"/>
          <ac:spMkLst>
            <pc:docMk/>
            <pc:sldMk cId="2431420434" sldId="262"/>
            <ac:spMk id="3" creationId="{2B2DC6EA-EC78-911F-562B-B1EA235608A1}"/>
          </ac:spMkLst>
        </pc:spChg>
      </pc:sldChg>
      <pc:sldChg chg="modSp add replId">
        <pc:chgData name="Lucas da Mata Guimarães" userId="ec0bbbfb53b082c3" providerId="Windows Live" clId="Web-{3BEC533D-8D40-E140-4AF3-B1260AB1DE08}" dt="2025-06-11T19:35:53.143" v="198" actId="20577"/>
        <pc:sldMkLst>
          <pc:docMk/>
          <pc:sldMk cId="3956766917" sldId="263"/>
        </pc:sldMkLst>
        <pc:spChg chg="mod">
          <ac:chgData name="Lucas da Mata Guimarães" userId="ec0bbbfb53b082c3" providerId="Windows Live" clId="Web-{3BEC533D-8D40-E140-4AF3-B1260AB1DE08}" dt="2025-06-11T19:35:53.143" v="198" actId="20577"/>
          <ac:spMkLst>
            <pc:docMk/>
            <pc:sldMk cId="3956766917" sldId="263"/>
            <ac:spMk id="3" creationId="{BCB781AE-4A6B-11E5-BF14-1A55769D0AEC}"/>
          </ac:spMkLst>
        </pc:spChg>
      </pc:sldChg>
      <pc:sldChg chg="modSp add replId">
        <pc:chgData name="Lucas da Mata Guimarães" userId="ec0bbbfb53b082c3" providerId="Windows Live" clId="Web-{3BEC533D-8D40-E140-4AF3-B1260AB1DE08}" dt="2025-06-11T19:36:34.847" v="247" actId="20577"/>
        <pc:sldMkLst>
          <pc:docMk/>
          <pc:sldMk cId="1878646782" sldId="264"/>
        </pc:sldMkLst>
        <pc:spChg chg="mod">
          <ac:chgData name="Lucas da Mata Guimarães" userId="ec0bbbfb53b082c3" providerId="Windows Live" clId="Web-{3BEC533D-8D40-E140-4AF3-B1260AB1DE08}" dt="2025-06-11T19:36:34.847" v="247" actId="20577"/>
          <ac:spMkLst>
            <pc:docMk/>
            <pc:sldMk cId="1878646782" sldId="264"/>
            <ac:spMk id="3" creationId="{D46706C8-C1FE-19B4-6FA1-BCFA8BAA7739}"/>
          </ac:spMkLst>
        </pc:spChg>
      </pc:sldChg>
      <pc:sldChg chg="addSp delSp modSp add replId">
        <pc:chgData name="Lucas da Mata Guimarães" userId="ec0bbbfb53b082c3" providerId="Windows Live" clId="Web-{3BEC533D-8D40-E140-4AF3-B1260AB1DE08}" dt="2025-06-11T19:44:42.155" v="261"/>
        <pc:sldMkLst>
          <pc:docMk/>
          <pc:sldMk cId="3311696705" sldId="265"/>
        </pc:sldMkLst>
        <pc:spChg chg="mod">
          <ac:chgData name="Lucas da Mata Guimarães" userId="ec0bbbfb53b082c3" providerId="Windows Live" clId="Web-{3BEC533D-8D40-E140-4AF3-B1260AB1DE08}" dt="2025-06-11T19:44:35.248" v="259" actId="20577"/>
          <ac:spMkLst>
            <pc:docMk/>
            <pc:sldMk cId="3311696705" sldId="265"/>
            <ac:spMk id="3" creationId="{21E701F6-7F55-36BD-9A6F-16DBF4096840}"/>
          </ac:spMkLst>
        </pc:spChg>
        <pc:picChg chg="add del mod">
          <ac:chgData name="Lucas da Mata Guimarães" userId="ec0bbbfb53b082c3" providerId="Windows Live" clId="Web-{3BEC533D-8D40-E140-4AF3-B1260AB1DE08}" dt="2025-06-11T19:44:42.155" v="261"/>
          <ac:picMkLst>
            <pc:docMk/>
            <pc:sldMk cId="3311696705" sldId="265"/>
            <ac:picMk id="4" creationId="{17AECA1E-7A4D-0466-45AD-A37A5BB56BB5}"/>
          </ac:picMkLst>
        </pc:picChg>
      </pc:sldChg>
      <pc:sldChg chg="modSp add replId">
        <pc:chgData name="Lucas da Mata Guimarães" userId="ec0bbbfb53b082c3" providerId="Windows Live" clId="Web-{3BEC533D-8D40-E140-4AF3-B1260AB1DE08}" dt="2025-06-11T19:47:00.345" v="280" actId="20577"/>
        <pc:sldMkLst>
          <pc:docMk/>
          <pc:sldMk cId="855927560" sldId="266"/>
        </pc:sldMkLst>
        <pc:spChg chg="mod">
          <ac:chgData name="Lucas da Mata Guimarães" userId="ec0bbbfb53b082c3" providerId="Windows Live" clId="Web-{3BEC533D-8D40-E140-4AF3-B1260AB1DE08}" dt="2025-06-11T19:47:00.345" v="280" actId="20577"/>
          <ac:spMkLst>
            <pc:docMk/>
            <pc:sldMk cId="855927560" sldId="266"/>
            <ac:spMk id="3" creationId="{3474518E-2979-355A-E3B1-B220689E2637}"/>
          </ac:spMkLst>
        </pc:spChg>
      </pc:sldChg>
      <pc:sldChg chg="modSp add replId">
        <pc:chgData name="Lucas da Mata Guimarães" userId="ec0bbbfb53b082c3" providerId="Windows Live" clId="Web-{3BEC533D-8D40-E140-4AF3-B1260AB1DE08}" dt="2025-06-11T19:47:13.580" v="289" actId="20577"/>
        <pc:sldMkLst>
          <pc:docMk/>
          <pc:sldMk cId="993721594" sldId="267"/>
        </pc:sldMkLst>
        <pc:spChg chg="mod">
          <ac:chgData name="Lucas da Mata Guimarães" userId="ec0bbbfb53b082c3" providerId="Windows Live" clId="Web-{3BEC533D-8D40-E140-4AF3-B1260AB1DE08}" dt="2025-06-11T19:47:10.767" v="287" actId="20577"/>
          <ac:spMkLst>
            <pc:docMk/>
            <pc:sldMk cId="993721594" sldId="267"/>
            <ac:spMk id="2" creationId="{B84053FD-4453-17EB-E12C-1AFE7309E623}"/>
          </ac:spMkLst>
        </pc:spChg>
        <pc:spChg chg="mod">
          <ac:chgData name="Lucas da Mata Guimarães" userId="ec0bbbfb53b082c3" providerId="Windows Live" clId="Web-{3BEC533D-8D40-E140-4AF3-B1260AB1DE08}" dt="2025-06-11T19:47:13.580" v="289" actId="20577"/>
          <ac:spMkLst>
            <pc:docMk/>
            <pc:sldMk cId="993721594" sldId="267"/>
            <ac:spMk id="3" creationId="{B17D575F-448C-8FBA-2A29-48DF9CDA39DD}"/>
          </ac:spMkLst>
        </pc:spChg>
      </pc:sldChg>
      <pc:sldChg chg="add del replId">
        <pc:chgData name="Lucas da Mata Guimarães" userId="ec0bbbfb53b082c3" providerId="Windows Live" clId="Web-{3BEC533D-8D40-E140-4AF3-B1260AB1DE08}" dt="2025-06-11T19:46:42.501" v="264"/>
        <pc:sldMkLst>
          <pc:docMk/>
          <pc:sldMk cId="2646530591" sldId="267"/>
        </pc:sldMkLst>
      </pc:sldChg>
    </pc:docChg>
  </pc:docChgLst>
  <pc:docChgLst>
    <pc:chgData name="Lucas da Mata Guimarães" userId="ec0bbbfb53b082c3" providerId="Windows Live" clId="Web-{8C68CE76-2410-C063-0622-5443F16C7C76}"/>
    <pc:docChg chg="addSld delSld modSld">
      <pc:chgData name="Lucas da Mata Guimarães" userId="ec0bbbfb53b082c3" providerId="Windows Live" clId="Web-{8C68CE76-2410-C063-0622-5443F16C7C76}" dt="2025-06-21T14:41:03.168" v="826" actId="1076"/>
      <pc:docMkLst>
        <pc:docMk/>
      </pc:docMkLst>
      <pc:sldChg chg="modSp">
        <pc:chgData name="Lucas da Mata Guimarães" userId="ec0bbbfb53b082c3" providerId="Windows Live" clId="Web-{8C68CE76-2410-C063-0622-5443F16C7C76}" dt="2025-06-21T14:41:03.168" v="826" actId="1076"/>
        <pc:sldMkLst>
          <pc:docMk/>
          <pc:sldMk cId="2210866551" sldId="256"/>
        </pc:sldMkLst>
        <pc:spChg chg="mod">
          <ac:chgData name="Lucas da Mata Guimarães" userId="ec0bbbfb53b082c3" providerId="Windows Live" clId="Web-{8C68CE76-2410-C063-0622-5443F16C7C76}" dt="2025-06-21T14:41:03.168" v="826" actId="1076"/>
          <ac:spMkLst>
            <pc:docMk/>
            <pc:sldMk cId="2210866551" sldId="256"/>
            <ac:spMk id="2" creationId="{00000000-0000-0000-0000-000000000000}"/>
          </ac:spMkLst>
        </pc:spChg>
      </pc:sldChg>
      <pc:sldChg chg="addSp delSp modSp">
        <pc:chgData name="Lucas da Mata Guimarães" userId="ec0bbbfb53b082c3" providerId="Windows Live" clId="Web-{8C68CE76-2410-C063-0622-5443F16C7C76}" dt="2025-06-21T13:20:58.818" v="68" actId="1076"/>
        <pc:sldMkLst>
          <pc:docMk/>
          <pc:sldMk cId="2431420434" sldId="262"/>
        </pc:sldMkLst>
        <pc:spChg chg="mod">
          <ac:chgData name="Lucas da Mata Guimarães" userId="ec0bbbfb53b082c3" providerId="Windows Live" clId="Web-{8C68CE76-2410-C063-0622-5443F16C7C76}" dt="2025-06-21T13:19:35.514" v="49" actId="20577"/>
          <ac:spMkLst>
            <pc:docMk/>
            <pc:sldMk cId="2431420434" sldId="262"/>
            <ac:spMk id="3" creationId="{2B2DC6EA-EC78-911F-562B-B1EA235608A1}"/>
          </ac:spMkLst>
        </pc:spChg>
        <pc:spChg chg="del mod">
          <ac:chgData name="Lucas da Mata Guimarães" userId="ec0bbbfb53b082c3" providerId="Windows Live" clId="Web-{8C68CE76-2410-C063-0622-5443F16C7C76}" dt="2025-06-21T13:18:51.808" v="4"/>
          <ac:spMkLst>
            <pc:docMk/>
            <pc:sldMk cId="2431420434" sldId="262"/>
            <ac:spMk id="5" creationId="{9D130AE0-8765-FD58-974B-9C414E3B6993}"/>
          </ac:spMkLst>
        </pc:spChg>
        <pc:spChg chg="add mod">
          <ac:chgData name="Lucas da Mata Guimarães" userId="ec0bbbfb53b082c3" providerId="Windows Live" clId="Web-{8C68CE76-2410-C063-0622-5443F16C7C76}" dt="2025-06-21T13:20:58.818" v="67" actId="1076"/>
          <ac:spMkLst>
            <pc:docMk/>
            <pc:sldMk cId="2431420434" sldId="262"/>
            <ac:spMk id="9" creationId="{DC58BFE5-6813-902D-F3E1-84CCED655B57}"/>
          </ac:spMkLst>
        </pc:spChg>
        <pc:picChg chg="del mod">
          <ac:chgData name="Lucas da Mata Guimarães" userId="ec0bbbfb53b082c3" providerId="Windows Live" clId="Web-{8C68CE76-2410-C063-0622-5443F16C7C76}" dt="2025-06-21T13:18:47.760" v="2"/>
          <ac:picMkLst>
            <pc:docMk/>
            <pc:sldMk cId="2431420434" sldId="262"/>
            <ac:picMk id="4" creationId="{255CF418-1B8F-A42A-A106-7BAFEED712CD}"/>
          </ac:picMkLst>
        </pc:picChg>
        <pc:picChg chg="add mod">
          <ac:chgData name="Lucas da Mata Guimarães" userId="ec0bbbfb53b082c3" providerId="Windows Live" clId="Web-{8C68CE76-2410-C063-0622-5443F16C7C76}" dt="2025-06-21T13:20:58.818" v="68" actId="1076"/>
          <ac:picMkLst>
            <pc:docMk/>
            <pc:sldMk cId="2431420434" sldId="262"/>
            <ac:picMk id="7" creationId="{27723FA7-A3DA-0121-B485-A447F23D3DB0}"/>
          </ac:picMkLst>
        </pc:picChg>
      </pc:sldChg>
      <pc:sldChg chg="modSp add del">
        <pc:chgData name="Lucas da Mata Guimarães" userId="ec0bbbfb53b082c3" providerId="Windows Live" clId="Web-{8C68CE76-2410-C063-0622-5443F16C7C76}" dt="2025-06-21T13:25:53.466" v="163" actId="20577"/>
        <pc:sldMkLst>
          <pc:docMk/>
          <pc:sldMk cId="3956766917" sldId="263"/>
        </pc:sldMkLst>
        <pc:spChg chg="mod">
          <ac:chgData name="Lucas da Mata Guimarães" userId="ec0bbbfb53b082c3" providerId="Windows Live" clId="Web-{8C68CE76-2410-C063-0622-5443F16C7C76}" dt="2025-06-21T13:25:53.466" v="163" actId="20577"/>
          <ac:spMkLst>
            <pc:docMk/>
            <pc:sldMk cId="3956766917" sldId="263"/>
            <ac:spMk id="3" creationId="{BCB781AE-4A6B-11E5-BF14-1A55769D0AEC}"/>
          </ac:spMkLst>
        </pc:spChg>
      </pc:sldChg>
      <pc:sldChg chg="addSp modSp">
        <pc:chgData name="Lucas da Mata Guimarães" userId="ec0bbbfb53b082c3" providerId="Windows Live" clId="Web-{8C68CE76-2410-C063-0622-5443F16C7C76}" dt="2025-06-21T14:18:44.255" v="598" actId="20577"/>
        <pc:sldMkLst>
          <pc:docMk/>
          <pc:sldMk cId="1878646782" sldId="264"/>
        </pc:sldMkLst>
        <pc:spChg chg="mod">
          <ac:chgData name="Lucas da Mata Guimarães" userId="ec0bbbfb53b082c3" providerId="Windows Live" clId="Web-{8C68CE76-2410-C063-0622-5443F16C7C76}" dt="2025-06-21T14:18:44.255" v="598" actId="20577"/>
          <ac:spMkLst>
            <pc:docMk/>
            <pc:sldMk cId="1878646782" sldId="264"/>
            <ac:spMk id="3" creationId="{D46706C8-C1FE-19B4-6FA1-BCFA8BAA7739}"/>
          </ac:spMkLst>
        </pc:spChg>
        <pc:spChg chg="add mod">
          <ac:chgData name="Lucas da Mata Guimarães" userId="ec0bbbfb53b082c3" providerId="Windows Live" clId="Web-{8C68CE76-2410-C063-0622-5443F16C7C76}" dt="2025-06-21T14:17:57.050" v="596" actId="1076"/>
          <ac:spMkLst>
            <pc:docMk/>
            <pc:sldMk cId="1878646782" sldId="264"/>
            <ac:spMk id="5" creationId="{E5BC8BD2-65F7-974F-13FF-881473828DFE}"/>
          </ac:spMkLst>
        </pc:spChg>
        <pc:picChg chg="add mod">
          <ac:chgData name="Lucas da Mata Guimarães" userId="ec0bbbfb53b082c3" providerId="Windows Live" clId="Web-{8C68CE76-2410-C063-0622-5443F16C7C76}" dt="2025-06-21T14:17:27.534" v="580" actId="14100"/>
          <ac:picMkLst>
            <pc:docMk/>
            <pc:sldMk cId="1878646782" sldId="264"/>
            <ac:picMk id="4" creationId="{297B77FC-8379-116E-6717-35AB7439838C}"/>
          </ac:picMkLst>
        </pc:picChg>
      </pc:sldChg>
      <pc:sldChg chg="addSp modSp">
        <pc:chgData name="Lucas da Mata Guimarães" userId="ec0bbbfb53b082c3" providerId="Windows Live" clId="Web-{8C68CE76-2410-C063-0622-5443F16C7C76}" dt="2025-06-21T14:31:49.711" v="766" actId="20577"/>
        <pc:sldMkLst>
          <pc:docMk/>
          <pc:sldMk cId="3311696705" sldId="265"/>
        </pc:sldMkLst>
        <pc:spChg chg="mod">
          <ac:chgData name="Lucas da Mata Guimarães" userId="ec0bbbfb53b082c3" providerId="Windows Live" clId="Web-{8C68CE76-2410-C063-0622-5443F16C7C76}" dt="2025-06-21T14:31:49.711" v="766" actId="20577"/>
          <ac:spMkLst>
            <pc:docMk/>
            <pc:sldMk cId="3311696705" sldId="265"/>
            <ac:spMk id="3" creationId="{21E701F6-7F55-36BD-9A6F-16DBF4096840}"/>
          </ac:spMkLst>
        </pc:spChg>
        <pc:spChg chg="add mod">
          <ac:chgData name="Lucas da Mata Guimarães" userId="ec0bbbfb53b082c3" providerId="Windows Live" clId="Web-{8C68CE76-2410-C063-0622-5443F16C7C76}" dt="2025-06-21T14:31:36.617" v="763" actId="1076"/>
          <ac:spMkLst>
            <pc:docMk/>
            <pc:sldMk cId="3311696705" sldId="265"/>
            <ac:spMk id="5" creationId="{0A414E4F-A4E5-623B-551F-D8E52FA8337D}"/>
          </ac:spMkLst>
        </pc:spChg>
        <pc:picChg chg="add mod">
          <ac:chgData name="Lucas da Mata Guimarães" userId="ec0bbbfb53b082c3" providerId="Windows Live" clId="Web-{8C68CE76-2410-C063-0622-5443F16C7C76}" dt="2025-06-21T14:31:16.334" v="750" actId="1076"/>
          <ac:picMkLst>
            <pc:docMk/>
            <pc:sldMk cId="3311696705" sldId="265"/>
            <ac:picMk id="4" creationId="{AE72100D-77F5-2468-5211-9BBF627F8A90}"/>
          </ac:picMkLst>
        </pc:picChg>
      </pc:sldChg>
      <pc:sldChg chg="modSp">
        <pc:chgData name="Lucas da Mata Guimarães" userId="ec0bbbfb53b082c3" providerId="Windows Live" clId="Web-{8C68CE76-2410-C063-0622-5443F16C7C76}" dt="2025-06-21T14:38:42.898" v="812" actId="20577"/>
        <pc:sldMkLst>
          <pc:docMk/>
          <pc:sldMk cId="855927560" sldId="266"/>
        </pc:sldMkLst>
        <pc:spChg chg="mod">
          <ac:chgData name="Lucas da Mata Guimarães" userId="ec0bbbfb53b082c3" providerId="Windows Live" clId="Web-{8C68CE76-2410-C063-0622-5443F16C7C76}" dt="2025-06-21T14:38:42.898" v="812" actId="20577"/>
          <ac:spMkLst>
            <pc:docMk/>
            <pc:sldMk cId="855927560" sldId="266"/>
            <ac:spMk id="3" creationId="{3474518E-2979-355A-E3B1-B220689E2637}"/>
          </ac:spMkLst>
        </pc:spChg>
      </pc:sldChg>
      <pc:sldChg chg="addSp modSp">
        <pc:chgData name="Lucas da Mata Guimarães" userId="ec0bbbfb53b082c3" providerId="Windows Live" clId="Web-{8C68CE76-2410-C063-0622-5443F16C7C76}" dt="2025-06-21T14:40:34.261" v="825" actId="1076"/>
        <pc:sldMkLst>
          <pc:docMk/>
          <pc:sldMk cId="993721594" sldId="267"/>
        </pc:sldMkLst>
        <pc:spChg chg="add mod">
          <ac:chgData name="Lucas da Mata Guimarães" userId="ec0bbbfb53b082c3" providerId="Windows Live" clId="Web-{8C68CE76-2410-C063-0622-5443F16C7C76}" dt="2025-06-21T14:40:34.261" v="825" actId="1076"/>
          <ac:spMkLst>
            <pc:docMk/>
            <pc:sldMk cId="993721594" sldId="267"/>
            <ac:spMk id="5" creationId="{BFE4856F-0025-19EE-A8C3-8D72C3D649B4}"/>
          </ac:spMkLst>
        </pc:spChg>
        <pc:picChg chg="add mod">
          <ac:chgData name="Lucas da Mata Guimarães" userId="ec0bbbfb53b082c3" providerId="Windows Live" clId="Web-{8C68CE76-2410-C063-0622-5443F16C7C76}" dt="2025-06-21T14:39:54.603" v="817" actId="1076"/>
          <ac:picMkLst>
            <pc:docMk/>
            <pc:sldMk cId="993721594" sldId="267"/>
            <ac:picMk id="4" creationId="{AE532BD9-9D31-03AA-1521-166C2AF27D54}"/>
          </ac:picMkLst>
        </pc:picChg>
      </pc:sldChg>
      <pc:sldChg chg="addSp delSp modSp add replId">
        <pc:chgData name="Lucas da Mata Guimarães" userId="ec0bbbfb53b082c3" providerId="Windows Live" clId="Web-{8C68CE76-2410-C063-0622-5443F16C7C76}" dt="2025-06-21T13:21:37.649" v="74" actId="1076"/>
        <pc:sldMkLst>
          <pc:docMk/>
          <pc:sldMk cId="1113913391" sldId="270"/>
        </pc:sldMkLst>
        <pc:spChg chg="add del mod">
          <ac:chgData name="Lucas da Mata Guimarães" userId="ec0bbbfb53b082c3" providerId="Windows Live" clId="Web-{8C68CE76-2410-C063-0622-5443F16C7C76}" dt="2025-06-21T13:20:57.630" v="64"/>
          <ac:spMkLst>
            <pc:docMk/>
            <pc:sldMk cId="1113913391" sldId="270"/>
            <ac:spMk id="3" creationId="{217703CE-EC18-B656-2865-5C60AFCF3D8E}"/>
          </ac:spMkLst>
        </pc:spChg>
        <pc:spChg chg="add del">
          <ac:chgData name="Lucas da Mata Guimarães" userId="ec0bbbfb53b082c3" providerId="Windows Live" clId="Web-{8C68CE76-2410-C063-0622-5443F16C7C76}" dt="2025-06-21T13:21:01.709" v="69"/>
          <ac:spMkLst>
            <pc:docMk/>
            <pc:sldMk cId="1113913391" sldId="270"/>
            <ac:spMk id="5" creationId="{B435C6B8-25FE-FBBF-79CF-F02D3D6E963E}"/>
          </ac:spMkLst>
        </pc:spChg>
        <pc:spChg chg="add del mod">
          <ac:chgData name="Lucas da Mata Guimarães" userId="ec0bbbfb53b082c3" providerId="Windows Live" clId="Web-{8C68CE76-2410-C063-0622-5443F16C7C76}" dt="2025-06-21T13:20:57.630" v="64"/>
          <ac:spMkLst>
            <pc:docMk/>
            <pc:sldMk cId="1113913391" sldId="270"/>
            <ac:spMk id="8" creationId="{694AEE4A-1C45-2612-49E1-A0912AB290BE}"/>
          </ac:spMkLst>
        </pc:spChg>
        <pc:picChg chg="add del">
          <ac:chgData name="Lucas da Mata Guimarães" userId="ec0bbbfb53b082c3" providerId="Windows Live" clId="Web-{8C68CE76-2410-C063-0622-5443F16C7C76}" dt="2025-06-21T13:21:01.709" v="70"/>
          <ac:picMkLst>
            <pc:docMk/>
            <pc:sldMk cId="1113913391" sldId="270"/>
            <ac:picMk id="4" creationId="{03C762E1-7FC3-769D-CDC6-D635ADCED7E1}"/>
          </ac:picMkLst>
        </pc:picChg>
        <pc:picChg chg="add mod">
          <ac:chgData name="Lucas da Mata Guimarães" userId="ec0bbbfb53b082c3" providerId="Windows Live" clId="Web-{8C68CE76-2410-C063-0622-5443F16C7C76}" dt="2025-06-21T13:21:37.649" v="74" actId="1076"/>
          <ac:picMkLst>
            <pc:docMk/>
            <pc:sldMk cId="1113913391" sldId="270"/>
            <ac:picMk id="6" creationId="{0B0B4B54-DE51-81CF-0085-0D4B354A6D9E}"/>
          </ac:picMkLst>
        </pc:picChg>
      </pc:sldChg>
      <pc:sldChg chg="addSp modSp add replId">
        <pc:chgData name="Lucas da Mata Guimarães" userId="ec0bbbfb53b082c3" providerId="Windows Live" clId="Web-{8C68CE76-2410-C063-0622-5443F16C7C76}" dt="2025-06-21T13:36:35.111" v="284" actId="20577"/>
        <pc:sldMkLst>
          <pc:docMk/>
          <pc:sldMk cId="380829189" sldId="271"/>
        </pc:sldMkLst>
        <pc:spChg chg="mod">
          <ac:chgData name="Lucas da Mata Guimarães" userId="ec0bbbfb53b082c3" providerId="Windows Live" clId="Web-{8C68CE76-2410-C063-0622-5443F16C7C76}" dt="2025-06-21T13:36:35.111" v="284" actId="20577"/>
          <ac:spMkLst>
            <pc:docMk/>
            <pc:sldMk cId="380829189" sldId="271"/>
            <ac:spMk id="3" creationId="{DADBFA26-B2EA-3EA8-CEDC-0CF0614E7881}"/>
          </ac:spMkLst>
        </pc:spChg>
        <pc:picChg chg="add mod">
          <ac:chgData name="Lucas da Mata Guimarães" userId="ec0bbbfb53b082c3" providerId="Windows Live" clId="Web-{8C68CE76-2410-C063-0622-5443F16C7C76}" dt="2025-06-21T13:36:28.516" v="281" actId="1076"/>
          <ac:picMkLst>
            <pc:docMk/>
            <pc:sldMk cId="380829189" sldId="271"/>
            <ac:picMk id="4" creationId="{DE5BA761-9148-27BA-1B89-3A52011E1356}"/>
          </ac:picMkLst>
        </pc:picChg>
      </pc:sldChg>
      <pc:sldChg chg="delSp modSp add replId">
        <pc:chgData name="Lucas da Mata Guimarães" userId="ec0bbbfb53b082c3" providerId="Windows Live" clId="Web-{8C68CE76-2410-C063-0622-5443F16C7C76}" dt="2025-06-21T14:01:03.668" v="419" actId="20577"/>
        <pc:sldMkLst>
          <pc:docMk/>
          <pc:sldMk cId="1462122393" sldId="272"/>
        </pc:sldMkLst>
        <pc:spChg chg="mod">
          <ac:chgData name="Lucas da Mata Guimarães" userId="ec0bbbfb53b082c3" providerId="Windows Live" clId="Web-{8C68CE76-2410-C063-0622-5443F16C7C76}" dt="2025-06-21T14:01:03.668" v="419" actId="20577"/>
          <ac:spMkLst>
            <pc:docMk/>
            <pc:sldMk cId="1462122393" sldId="272"/>
            <ac:spMk id="3" creationId="{640C37C1-46A3-80B3-F0F5-C358FFDE37BA}"/>
          </ac:spMkLst>
        </pc:spChg>
        <pc:picChg chg="del">
          <ac:chgData name="Lucas da Mata Guimarães" userId="ec0bbbfb53b082c3" providerId="Windows Live" clId="Web-{8C68CE76-2410-C063-0622-5443F16C7C76}" dt="2025-06-21T13:36:53.143" v="286"/>
          <ac:picMkLst>
            <pc:docMk/>
            <pc:sldMk cId="1462122393" sldId="272"/>
            <ac:picMk id="4" creationId="{24B39DCD-1988-A02A-9ACD-AD4212CBB2AD}"/>
          </ac:picMkLst>
        </pc:picChg>
      </pc:sldChg>
      <pc:sldChg chg="addSp modSp add replId">
        <pc:chgData name="Lucas da Mata Guimarães" userId="ec0bbbfb53b082c3" providerId="Windows Live" clId="Web-{8C68CE76-2410-C063-0622-5443F16C7C76}" dt="2025-06-21T14:15:38.607" v="577" actId="20577"/>
        <pc:sldMkLst>
          <pc:docMk/>
          <pc:sldMk cId="1861840138" sldId="273"/>
        </pc:sldMkLst>
        <pc:spChg chg="mod">
          <ac:chgData name="Lucas da Mata Guimarães" userId="ec0bbbfb53b082c3" providerId="Windows Live" clId="Web-{8C68CE76-2410-C063-0622-5443F16C7C76}" dt="2025-06-21T14:15:38.607" v="577" actId="20577"/>
          <ac:spMkLst>
            <pc:docMk/>
            <pc:sldMk cId="1861840138" sldId="273"/>
            <ac:spMk id="3" creationId="{84DFA81E-D7AC-CC01-2E2F-7185B27600D6}"/>
          </ac:spMkLst>
        </pc:spChg>
        <pc:spChg chg="add mod">
          <ac:chgData name="Lucas da Mata Guimarães" userId="ec0bbbfb53b082c3" providerId="Windows Live" clId="Web-{8C68CE76-2410-C063-0622-5443F16C7C76}" dt="2025-06-21T14:09:06.031" v="519" actId="1076"/>
          <ac:spMkLst>
            <pc:docMk/>
            <pc:sldMk cId="1861840138" sldId="273"/>
            <ac:spMk id="5" creationId="{9E3ADC0F-A91F-C429-2D0E-6A405C7A3577}"/>
          </ac:spMkLst>
        </pc:spChg>
        <pc:picChg chg="add mod">
          <ac:chgData name="Lucas da Mata Guimarães" userId="ec0bbbfb53b082c3" providerId="Windows Live" clId="Web-{8C68CE76-2410-C063-0622-5443F16C7C76}" dt="2025-06-21T14:08:25.123" v="495" actId="1076"/>
          <ac:picMkLst>
            <pc:docMk/>
            <pc:sldMk cId="1861840138" sldId="273"/>
            <ac:picMk id="4" creationId="{75C0DA9B-EE14-8FF6-C4CE-B0512ED1A4B1}"/>
          </ac:picMkLst>
        </pc:picChg>
      </pc:sldChg>
      <pc:sldChg chg="addSp delSp modSp add replId">
        <pc:chgData name="Lucas da Mata Guimarães" userId="ec0bbbfb53b082c3" providerId="Windows Live" clId="Web-{8C68CE76-2410-C063-0622-5443F16C7C76}" dt="2025-06-21T14:22:02.090" v="680" actId="1076"/>
        <pc:sldMkLst>
          <pc:docMk/>
          <pc:sldMk cId="3463832240" sldId="274"/>
        </pc:sldMkLst>
        <pc:spChg chg="mod">
          <ac:chgData name="Lucas da Mata Guimarães" userId="ec0bbbfb53b082c3" providerId="Windows Live" clId="Web-{8C68CE76-2410-C063-0622-5443F16C7C76}" dt="2025-06-21T14:20:04.024" v="652" actId="20577"/>
          <ac:spMkLst>
            <pc:docMk/>
            <pc:sldMk cId="3463832240" sldId="274"/>
            <ac:spMk id="3" creationId="{46139D66-4E5B-0B34-3FC2-7168E1E4E503}"/>
          </ac:spMkLst>
        </pc:spChg>
        <pc:spChg chg="del mod">
          <ac:chgData name="Lucas da Mata Guimarães" userId="ec0bbbfb53b082c3" providerId="Windows Live" clId="Web-{8C68CE76-2410-C063-0622-5443F16C7C76}" dt="2025-06-21T14:19:16.506" v="601"/>
          <ac:spMkLst>
            <pc:docMk/>
            <pc:sldMk cId="3463832240" sldId="274"/>
            <ac:spMk id="5" creationId="{D2E93D22-0DC5-BFBD-B235-F74E3A8BBD08}"/>
          </ac:spMkLst>
        </pc:spChg>
        <pc:spChg chg="add mod">
          <ac:chgData name="Lucas da Mata Guimarães" userId="ec0bbbfb53b082c3" providerId="Windows Live" clId="Web-{8C68CE76-2410-C063-0622-5443F16C7C76}" dt="2025-06-21T14:21:56.528" v="678" actId="1076"/>
          <ac:spMkLst>
            <pc:docMk/>
            <pc:sldMk cId="3463832240" sldId="274"/>
            <ac:spMk id="8" creationId="{AEE9AD97-7C4B-4745-A731-4F46D8455F8A}"/>
          </ac:spMkLst>
        </pc:spChg>
        <pc:spChg chg="add mod">
          <ac:chgData name="Lucas da Mata Guimarães" userId="ec0bbbfb53b082c3" providerId="Windows Live" clId="Web-{8C68CE76-2410-C063-0622-5443F16C7C76}" dt="2025-06-21T14:22:02.090" v="680" actId="1076"/>
          <ac:spMkLst>
            <pc:docMk/>
            <pc:sldMk cId="3463832240" sldId="274"/>
            <ac:spMk id="9" creationId="{675F4E82-5140-559D-C51D-49ECCCCFDD84}"/>
          </ac:spMkLst>
        </pc:spChg>
        <pc:picChg chg="del">
          <ac:chgData name="Lucas da Mata Guimarães" userId="ec0bbbfb53b082c3" providerId="Windows Live" clId="Web-{8C68CE76-2410-C063-0622-5443F16C7C76}" dt="2025-06-21T14:19:13.741" v="599"/>
          <ac:picMkLst>
            <pc:docMk/>
            <pc:sldMk cId="3463832240" sldId="274"/>
            <ac:picMk id="4" creationId="{AF198555-CD50-506D-E85C-A850FFB12070}"/>
          </ac:picMkLst>
        </pc:picChg>
        <pc:picChg chg="add mod">
          <ac:chgData name="Lucas da Mata Guimarães" userId="ec0bbbfb53b082c3" providerId="Windows Live" clId="Web-{8C68CE76-2410-C063-0622-5443F16C7C76}" dt="2025-06-21T14:20:49.541" v="656" actId="1076"/>
          <ac:picMkLst>
            <pc:docMk/>
            <pc:sldMk cId="3463832240" sldId="274"/>
            <ac:picMk id="6" creationId="{44641BEE-4BE7-C728-4944-FF62A48A7646}"/>
          </ac:picMkLst>
        </pc:picChg>
        <pc:picChg chg="add mod">
          <ac:chgData name="Lucas da Mata Guimarães" userId="ec0bbbfb53b082c3" providerId="Windows Live" clId="Web-{8C68CE76-2410-C063-0622-5443F16C7C76}" dt="2025-06-21T14:21:27.308" v="661" actId="14100"/>
          <ac:picMkLst>
            <pc:docMk/>
            <pc:sldMk cId="3463832240" sldId="274"/>
            <ac:picMk id="7" creationId="{19A7350D-2045-ADBF-0D39-60BF5B023073}"/>
          </ac:picMkLst>
        </pc:picChg>
      </pc:sldChg>
      <pc:sldChg chg="addSp delSp modSp add replId">
        <pc:chgData name="Lucas da Mata Guimarães" userId="ec0bbbfb53b082c3" providerId="Windows Live" clId="Web-{8C68CE76-2410-C063-0622-5443F16C7C76}" dt="2025-06-21T14:23:33.953" v="705" actId="1076"/>
        <pc:sldMkLst>
          <pc:docMk/>
          <pc:sldMk cId="2874377805" sldId="275"/>
        </pc:sldMkLst>
        <pc:spChg chg="mod">
          <ac:chgData name="Lucas da Mata Guimarães" userId="ec0bbbfb53b082c3" providerId="Windows Live" clId="Web-{8C68CE76-2410-C063-0622-5443F16C7C76}" dt="2025-06-21T14:22:55.326" v="693" actId="1076"/>
          <ac:spMkLst>
            <pc:docMk/>
            <pc:sldMk cId="2874377805" sldId="275"/>
            <ac:spMk id="3" creationId="{039D5BAC-5FE6-2E17-0855-781B5D839603}"/>
          </ac:spMkLst>
        </pc:spChg>
        <pc:spChg chg="mod">
          <ac:chgData name="Lucas da Mata Guimarães" userId="ec0bbbfb53b082c3" providerId="Windows Live" clId="Web-{8C68CE76-2410-C063-0622-5443F16C7C76}" dt="2025-06-21T14:23:33.937" v="704" actId="1076"/>
          <ac:spMkLst>
            <pc:docMk/>
            <pc:sldMk cId="2874377805" sldId="275"/>
            <ac:spMk id="8" creationId="{DFAF4244-C0B6-8CA0-55A8-9D9E0E7C1990}"/>
          </ac:spMkLst>
        </pc:spChg>
        <pc:spChg chg="del">
          <ac:chgData name="Lucas da Mata Guimarães" userId="ec0bbbfb53b082c3" providerId="Windows Live" clId="Web-{8C68CE76-2410-C063-0622-5443F16C7C76}" dt="2025-06-21T14:22:22.716" v="684"/>
          <ac:spMkLst>
            <pc:docMk/>
            <pc:sldMk cId="2874377805" sldId="275"/>
            <ac:spMk id="9" creationId="{4935EFC9-BEC0-E542-800E-2200DB7A5EA1}"/>
          </ac:spMkLst>
        </pc:spChg>
        <pc:spChg chg="add mod">
          <ac:chgData name="Lucas da Mata Guimarães" userId="ec0bbbfb53b082c3" providerId="Windows Live" clId="Web-{8C68CE76-2410-C063-0622-5443F16C7C76}" dt="2025-06-21T14:23:29.484" v="703" actId="1076"/>
          <ac:spMkLst>
            <pc:docMk/>
            <pc:sldMk cId="2874377805" sldId="275"/>
            <ac:spMk id="12" creationId="{49075D28-E478-18CA-6352-FE3319268F02}"/>
          </ac:spMkLst>
        </pc:spChg>
        <pc:picChg chg="add mod">
          <ac:chgData name="Lucas da Mata Guimarães" userId="ec0bbbfb53b082c3" providerId="Windows Live" clId="Web-{8C68CE76-2410-C063-0622-5443F16C7C76}" dt="2025-06-21T14:23:33.953" v="705" actId="1076"/>
          <ac:picMkLst>
            <pc:docMk/>
            <pc:sldMk cId="2874377805" sldId="275"/>
            <ac:picMk id="4" creationId="{DF4A58DF-BE43-6943-7831-C73B88CAFA1A}"/>
          </ac:picMkLst>
        </pc:picChg>
        <pc:picChg chg="del">
          <ac:chgData name="Lucas da Mata Guimarães" userId="ec0bbbfb53b082c3" providerId="Windows Live" clId="Web-{8C68CE76-2410-C063-0622-5443F16C7C76}" dt="2025-06-21T14:22:20.122" v="682"/>
          <ac:picMkLst>
            <pc:docMk/>
            <pc:sldMk cId="2874377805" sldId="275"/>
            <ac:picMk id="6" creationId="{A99DCEDA-8B91-5E5C-B819-974434D1B017}"/>
          </ac:picMkLst>
        </pc:picChg>
        <pc:picChg chg="del">
          <ac:chgData name="Lucas da Mata Guimarães" userId="ec0bbbfb53b082c3" providerId="Windows Live" clId="Web-{8C68CE76-2410-C063-0622-5443F16C7C76}" dt="2025-06-21T14:22:20.732" v="683"/>
          <ac:picMkLst>
            <pc:docMk/>
            <pc:sldMk cId="2874377805" sldId="275"/>
            <ac:picMk id="7" creationId="{B54A7297-D633-DE8E-FA64-E7E421D95AAC}"/>
          </ac:picMkLst>
        </pc:picChg>
        <pc:picChg chg="add mod">
          <ac:chgData name="Lucas da Mata Guimarães" userId="ec0bbbfb53b082c3" providerId="Windows Live" clId="Web-{8C68CE76-2410-C063-0622-5443F16C7C76}" dt="2025-06-21T14:23:29.484" v="702" actId="1076"/>
          <ac:picMkLst>
            <pc:docMk/>
            <pc:sldMk cId="2874377805" sldId="275"/>
            <ac:picMk id="10" creationId="{8FC91EF9-DE08-A2F7-944F-A7957E654DB8}"/>
          </ac:picMkLst>
        </pc:picChg>
      </pc:sldChg>
      <pc:sldChg chg="addSp delSp modSp add replId">
        <pc:chgData name="Lucas da Mata Guimarães" userId="ec0bbbfb53b082c3" providerId="Windows Live" clId="Web-{8C68CE76-2410-C063-0622-5443F16C7C76}" dt="2025-06-21T14:27:04.148" v="722" actId="1076"/>
        <pc:sldMkLst>
          <pc:docMk/>
          <pc:sldMk cId="1258441822" sldId="276"/>
        </pc:sldMkLst>
        <pc:spChg chg="del">
          <ac:chgData name="Lucas da Mata Guimarães" userId="ec0bbbfb53b082c3" providerId="Windows Live" clId="Web-{8C68CE76-2410-C063-0622-5443F16C7C76}" dt="2025-06-21T14:23:58.516" v="710"/>
          <ac:spMkLst>
            <pc:docMk/>
            <pc:sldMk cId="1258441822" sldId="276"/>
            <ac:spMk id="8" creationId="{6063F01B-0F6D-898E-00B7-E66105AD27DA}"/>
          </ac:spMkLst>
        </pc:spChg>
        <pc:spChg chg="del">
          <ac:chgData name="Lucas da Mata Guimarães" userId="ec0bbbfb53b082c3" providerId="Windows Live" clId="Web-{8C68CE76-2410-C063-0622-5443F16C7C76}" dt="2025-06-21T14:23:58.516" v="707"/>
          <ac:spMkLst>
            <pc:docMk/>
            <pc:sldMk cId="1258441822" sldId="276"/>
            <ac:spMk id="12" creationId="{E75A5CEC-0804-1563-FAD4-257296E8249D}"/>
          </ac:spMkLst>
        </pc:spChg>
        <pc:picChg chg="del">
          <ac:chgData name="Lucas da Mata Guimarães" userId="ec0bbbfb53b082c3" providerId="Windows Live" clId="Web-{8C68CE76-2410-C063-0622-5443F16C7C76}" dt="2025-06-21T14:23:58.516" v="709"/>
          <ac:picMkLst>
            <pc:docMk/>
            <pc:sldMk cId="1258441822" sldId="276"/>
            <ac:picMk id="4" creationId="{C8ABFF3E-76DA-4361-E9BE-3FCBE336BF59}"/>
          </ac:picMkLst>
        </pc:picChg>
        <pc:picChg chg="add mod">
          <ac:chgData name="Lucas da Mata Guimarães" userId="ec0bbbfb53b082c3" providerId="Windows Live" clId="Web-{8C68CE76-2410-C063-0622-5443F16C7C76}" dt="2025-06-21T14:24:39.815" v="711"/>
          <ac:picMkLst>
            <pc:docMk/>
            <pc:sldMk cId="1258441822" sldId="276"/>
            <ac:picMk id="5" creationId="{89410C87-D684-1514-7D6D-6544994BF651}"/>
          </ac:picMkLst>
        </pc:picChg>
        <pc:picChg chg="add del mod">
          <ac:chgData name="Lucas da Mata Guimarães" userId="ec0bbbfb53b082c3" providerId="Windows Live" clId="Web-{8C68CE76-2410-C063-0622-5443F16C7C76}" dt="2025-06-21T14:25:30.441" v="714"/>
          <ac:picMkLst>
            <pc:docMk/>
            <pc:sldMk cId="1258441822" sldId="276"/>
            <ac:picMk id="6" creationId="{BF7C90BD-132A-D120-305A-54168BCDA2A2}"/>
          </ac:picMkLst>
        </pc:picChg>
        <pc:picChg chg="add del mod">
          <ac:chgData name="Lucas da Mata Guimarães" userId="ec0bbbfb53b082c3" providerId="Windows Live" clId="Web-{8C68CE76-2410-C063-0622-5443F16C7C76}" dt="2025-06-21T14:26:31.428" v="717"/>
          <ac:picMkLst>
            <pc:docMk/>
            <pc:sldMk cId="1258441822" sldId="276"/>
            <ac:picMk id="7" creationId="{972F3F6D-EDBE-3227-74D0-39EBC449A224}"/>
          </ac:picMkLst>
        </pc:picChg>
        <pc:picChg chg="add mod">
          <ac:chgData name="Lucas da Mata Guimarães" userId="ec0bbbfb53b082c3" providerId="Windows Live" clId="Web-{8C68CE76-2410-C063-0622-5443F16C7C76}" dt="2025-06-21T14:27:04.148" v="722" actId="1076"/>
          <ac:picMkLst>
            <pc:docMk/>
            <pc:sldMk cId="1258441822" sldId="276"/>
            <ac:picMk id="9" creationId="{C6D441E2-8797-4A99-4B79-BD612A4EE589}"/>
          </ac:picMkLst>
        </pc:picChg>
        <pc:picChg chg="del">
          <ac:chgData name="Lucas da Mata Guimarães" userId="ec0bbbfb53b082c3" providerId="Windows Live" clId="Web-{8C68CE76-2410-C063-0622-5443F16C7C76}" dt="2025-06-21T14:23:58.516" v="708"/>
          <ac:picMkLst>
            <pc:docMk/>
            <pc:sldMk cId="1258441822" sldId="276"/>
            <ac:picMk id="10" creationId="{DDE204C6-04C3-03A6-2975-63B751C16388}"/>
          </ac:picMkLst>
        </pc:picChg>
      </pc:sldChg>
      <pc:sldChg chg="addSp delSp modSp add replId">
        <pc:chgData name="Lucas da Mata Guimarães" userId="ec0bbbfb53b082c3" providerId="Windows Live" clId="Web-{8C68CE76-2410-C063-0622-5443F16C7C76}" dt="2025-06-21T14:28:32.104" v="747" actId="1076"/>
        <pc:sldMkLst>
          <pc:docMk/>
          <pc:sldMk cId="3518066200" sldId="277"/>
        </pc:sldMkLst>
        <pc:spChg chg="mod">
          <ac:chgData name="Lucas da Mata Guimarães" userId="ec0bbbfb53b082c3" providerId="Windows Live" clId="Web-{8C68CE76-2410-C063-0622-5443F16C7C76}" dt="2025-06-21T14:28:14.728" v="741" actId="20577"/>
          <ac:spMkLst>
            <pc:docMk/>
            <pc:sldMk cId="3518066200" sldId="277"/>
            <ac:spMk id="3" creationId="{94E426AD-A494-590F-6A73-3E1029A1A2FA}"/>
          </ac:spMkLst>
        </pc:spChg>
        <pc:spChg chg="add mod">
          <ac:chgData name="Lucas da Mata Guimarães" userId="ec0bbbfb53b082c3" providerId="Windows Live" clId="Web-{8C68CE76-2410-C063-0622-5443F16C7C76}" dt="2025-06-21T14:28:32.104" v="747" actId="1076"/>
          <ac:spMkLst>
            <pc:docMk/>
            <pc:sldMk cId="3518066200" sldId="277"/>
            <ac:spMk id="8" creationId="{80E0B1CA-72CC-4C38-8097-8301075053FC}"/>
          </ac:spMkLst>
        </pc:spChg>
        <pc:picChg chg="del">
          <ac:chgData name="Lucas da Mata Guimarães" userId="ec0bbbfb53b082c3" providerId="Windows Live" clId="Web-{8C68CE76-2410-C063-0622-5443F16C7C76}" dt="2025-06-21T14:27:39.524" v="725"/>
          <ac:picMkLst>
            <pc:docMk/>
            <pc:sldMk cId="3518066200" sldId="277"/>
            <ac:picMk id="5" creationId="{64FFF89D-93D5-BA60-FE3F-94420C4F89B0}"/>
          </ac:picMkLst>
        </pc:picChg>
        <pc:picChg chg="add mod">
          <ac:chgData name="Lucas da Mata Guimarães" userId="ec0bbbfb53b082c3" providerId="Windows Live" clId="Web-{8C68CE76-2410-C063-0622-5443F16C7C76}" dt="2025-06-21T14:28:32.088" v="746" actId="1076"/>
          <ac:picMkLst>
            <pc:docMk/>
            <pc:sldMk cId="3518066200" sldId="277"/>
            <ac:picMk id="6" creationId="{590C19EC-EE3B-446F-5D16-0830DE5657B4}"/>
          </ac:picMkLst>
        </pc:picChg>
        <pc:picChg chg="del">
          <ac:chgData name="Lucas da Mata Guimarães" userId="ec0bbbfb53b082c3" providerId="Windows Live" clId="Web-{8C68CE76-2410-C063-0622-5443F16C7C76}" dt="2025-06-21T14:27:39.524" v="724"/>
          <ac:picMkLst>
            <pc:docMk/>
            <pc:sldMk cId="3518066200" sldId="277"/>
            <ac:picMk id="9" creationId="{358698E3-EE6C-9874-F08F-DE8417128B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21.06.2025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21.06.2025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21.06.2025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21.06.2025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21.06.2025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21.06.2025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21.06.2025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21.06.2025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21.06.2025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21.06.2025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21.06.2025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21.06.2025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12007"/>
            <a:ext cx="9144000" cy="19158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z="4000" err="1">
                <a:ea typeface="+mj-lt"/>
                <a:cs typeface="+mj-lt"/>
              </a:rPr>
              <a:t>Comparação</a:t>
            </a:r>
            <a:r>
              <a:rPr lang="de-DE" sz="4000" dirty="0">
                <a:ea typeface="+mj-lt"/>
                <a:cs typeface="+mj-lt"/>
              </a:rPr>
              <a:t> e </a:t>
            </a:r>
            <a:r>
              <a:rPr lang="de-DE" sz="4000" err="1">
                <a:ea typeface="+mj-lt"/>
                <a:cs typeface="+mj-lt"/>
              </a:rPr>
              <a:t>avaliação</a:t>
            </a:r>
            <a:r>
              <a:rPr lang="de-DE" sz="4000" dirty="0">
                <a:ea typeface="+mj-lt"/>
                <a:cs typeface="+mj-lt"/>
              </a:rPr>
              <a:t> das </a:t>
            </a:r>
            <a:r>
              <a:rPr lang="de-DE" sz="4000" err="1">
                <a:ea typeface="+mj-lt"/>
                <a:cs typeface="+mj-lt"/>
              </a:rPr>
              <a:t>implementações</a:t>
            </a:r>
            <a:r>
              <a:rPr lang="de-DE" sz="4000" dirty="0">
                <a:ea typeface="+mj-lt"/>
                <a:cs typeface="+mj-lt"/>
              </a:rPr>
              <a:t> </a:t>
            </a:r>
            <a:r>
              <a:rPr lang="de-DE" sz="4000" err="1">
                <a:ea typeface="+mj-lt"/>
                <a:cs typeface="+mj-lt"/>
              </a:rPr>
              <a:t>em</a:t>
            </a:r>
            <a:endParaRPr lang="pt-BR" sz="4000"/>
          </a:p>
          <a:p>
            <a:r>
              <a:rPr lang="de-DE" sz="4000" dirty="0">
                <a:ea typeface="+mj-lt"/>
                <a:cs typeface="+mj-lt"/>
              </a:rPr>
              <a:t>R dos </a:t>
            </a:r>
            <a:r>
              <a:rPr lang="de-DE" sz="4000" err="1">
                <a:ea typeface="+mj-lt"/>
                <a:cs typeface="+mj-lt"/>
              </a:rPr>
              <a:t>algoritmos</a:t>
            </a:r>
            <a:r>
              <a:rPr lang="de-DE" sz="4000" dirty="0">
                <a:ea typeface="+mj-lt"/>
                <a:cs typeface="+mj-lt"/>
              </a:rPr>
              <a:t> GAM, GLM e MARS</a:t>
            </a:r>
            <a:endParaRPr lang="de-DE" sz="40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43538"/>
            <a:ext cx="9144000" cy="9209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000" dirty="0"/>
              <a:t>Lucas da Mata Guimarães</a:t>
            </a:r>
            <a:endParaRPr lang="pt-BR" sz="2000" dirty="0"/>
          </a:p>
          <a:p>
            <a:r>
              <a:rPr lang="de-DE" sz="2000" dirty="0"/>
              <a:t>BCC - 2025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8FB9-D85F-789C-39EE-54A11FCE3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0901F-E4A8-1251-DEB9-C33E5FC20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Contexto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Uso de modelos computacionais na Biologia;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 err="1"/>
              <a:t>Generalized</a:t>
            </a:r>
            <a:r>
              <a:rPr lang="pt-BR" dirty="0"/>
              <a:t> </a:t>
            </a:r>
            <a:r>
              <a:rPr lang="pt-BR" dirty="0" err="1"/>
              <a:t>Addtive</a:t>
            </a:r>
            <a:r>
              <a:rPr lang="pt-BR" dirty="0"/>
              <a:t> Models (GAM)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 err="1"/>
              <a:t>Generalized</a:t>
            </a:r>
            <a:r>
              <a:rPr lang="pt-BR" dirty="0"/>
              <a:t> Linear Model (GLM)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 err="1"/>
              <a:t>Multivariate</a:t>
            </a:r>
            <a:r>
              <a:rPr lang="pt-BR" dirty="0"/>
              <a:t> </a:t>
            </a:r>
            <a:r>
              <a:rPr lang="pt-BR" dirty="0" err="1"/>
              <a:t>Adaptive</a:t>
            </a:r>
            <a:r>
              <a:rPr lang="pt-BR" dirty="0"/>
              <a:t> </a:t>
            </a:r>
            <a:r>
              <a:rPr lang="pt-BR" dirty="0" err="1"/>
              <a:t>Regression</a:t>
            </a:r>
            <a:r>
              <a:rPr lang="pt-BR" dirty="0"/>
              <a:t> </a:t>
            </a:r>
            <a:r>
              <a:rPr lang="pt-BR" dirty="0" err="1"/>
              <a:t>Spline</a:t>
            </a:r>
            <a:r>
              <a:rPr lang="pt-BR" dirty="0"/>
              <a:t> (MARS)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Alta demanda de processamento e memoria;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Controle populacional próximo a centros urbanos.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5498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FF86-942C-F7A8-16E8-EC19D68D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B3D50-D1B0-CEE1-4A1E-3FB170A75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705DA-F9E9-A95E-F135-207D84908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Justificativa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Mapear a distribuição de espécies;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Mudanças pela ação humana;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Dificuldade da coleta de dados.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0917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BB88F-2CCD-1604-E12F-400D26A1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C0E1-7C15-9CFC-5700-3B4A2152E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95E29-05DE-D292-2D44-4FE7DD194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Objetivo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Melhor modelo na relação acurácia e custo computacional.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829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A9E3C-AAC8-2E6B-657E-244CE419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D11F-69A0-CA95-E673-487CF6D8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9CDEA-FD6F-6DD3-0E68-AE895E037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Modelos Computacionais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Principais aplicações: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Ciência e Pesquisa;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Engenharia;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Medicina.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Tipos: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Modelagem determinística;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Modelagem estocástica;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Modelagem dinâmica.</a:t>
            </a:r>
          </a:p>
        </p:txBody>
      </p:sp>
    </p:spTree>
    <p:extLst>
      <p:ext uri="{BB962C8B-B14F-4D97-AF65-F5344CB8AC3E}">
        <p14:creationId xmlns:p14="http://schemas.microsoft.com/office/powerpoint/2010/main" val="578971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B4843-885B-259B-DDBC-CB2D15A2D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FF14B-42F5-3BA2-2301-61C88F02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06F12-0214-7C06-4E9F-8A2EEB743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Modelos Lineares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Modelos de Regressão;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Modelos de Análise de Variância.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2823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A061C-6E0B-8122-4D6C-3DAA61076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98841-E00C-828D-9FE4-235407D5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73C9-F47E-F897-F09A-1BAD7E463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Modelos Lineares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Regressão Linear Simples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pt-BR" dirty="0"/>
          </a:p>
          <a:p>
            <a:pPr lvl="1">
              <a:buFont typeface="Courier New" panose="020B0604020202020204" pitchFamily="34" charset="0"/>
              <a:buChar char="o"/>
            </a:pPr>
            <a:endParaRPr lang="pt-BR" dirty="0"/>
          </a:p>
        </p:txBody>
      </p:sp>
      <p:pic>
        <p:nvPicPr>
          <p:cNvPr id="4" name="Imagem 3" descr="Uma imagem contendo objeto, relógio&#10;&#10;O conteúdo gerado por IA pode estar incorreto.">
            <a:extLst>
              <a:ext uri="{FF2B5EF4-FFF2-40B4-BE49-F238E27FC236}">
                <a16:creationId xmlns:a16="http://schemas.microsoft.com/office/drawing/2014/main" id="{1833ADC4-72F9-B8FA-1B43-95EABAE9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373" y="2655558"/>
            <a:ext cx="3347853" cy="6265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Imagem 4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142423AF-2ECA-2778-4B52-EA4515A58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096" y="1505939"/>
            <a:ext cx="5409211" cy="356903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A5FCB8A-A50B-55D2-D8C9-1841D7CDF4B3}"/>
              </a:ext>
            </a:extLst>
          </p:cNvPr>
          <p:cNvSpPr txBox="1"/>
          <p:nvPr/>
        </p:nvSpPr>
        <p:spPr>
          <a:xfrm>
            <a:off x="7718961" y="5076701"/>
            <a:ext cx="20880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Fonte: EBAC (2023)</a:t>
            </a:r>
          </a:p>
        </p:txBody>
      </p:sp>
    </p:spTree>
    <p:extLst>
      <p:ext uri="{BB962C8B-B14F-4D97-AF65-F5344CB8AC3E}">
        <p14:creationId xmlns:p14="http://schemas.microsoft.com/office/powerpoint/2010/main" val="3208265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94B25-D629-5700-855B-75BBED11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ED2D-4CF8-CE87-6665-4188DE586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F2E7D-BDFC-D790-EF2C-7B595295E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Modelos Lineares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Regressão Multipla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pt-BR" dirty="0"/>
          </a:p>
          <a:p>
            <a:pPr lvl="1">
              <a:buFont typeface="Courier New" panose="020B0604020202020204" pitchFamily="34" charset="0"/>
              <a:buChar char="o"/>
            </a:pP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B783DB1-DB85-A3EE-4C33-FDB4556CF0EE}"/>
              </a:ext>
            </a:extLst>
          </p:cNvPr>
          <p:cNvSpPr txBox="1"/>
          <p:nvPr/>
        </p:nvSpPr>
        <p:spPr>
          <a:xfrm>
            <a:off x="7610104" y="5076701"/>
            <a:ext cx="23057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Fonte: Novak (2022)</a:t>
            </a:r>
          </a:p>
        </p:txBody>
      </p:sp>
      <p:pic>
        <p:nvPicPr>
          <p:cNvPr id="7" name="Imagem 6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D28D4B5B-E798-D05E-3828-474D1555F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841" y="1170833"/>
            <a:ext cx="3946319" cy="390277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072EB5B-8AB3-3021-D268-E320BDD80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62" y="2684750"/>
            <a:ext cx="6269801" cy="43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39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5FE2-2A5D-24F2-67ED-A523D61ED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72457-61E1-355C-36E1-6FF2378E0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C6EA-EC78-911F-562B-B1EA23560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Métodos de Avaliação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Acurácia;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Precisão;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Recall;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F1-Score;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AUC-ROC;</a:t>
            </a:r>
          </a:p>
          <a:p>
            <a:endParaRPr lang="pt-BR" dirty="0"/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27723FA7-A3DA-0121-B485-A447F23D3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267" y="2850716"/>
            <a:ext cx="8067675" cy="113347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58BFE5-6813-902D-F3E1-84CCED655B57}"/>
              </a:ext>
            </a:extLst>
          </p:cNvPr>
          <p:cNvSpPr txBox="1"/>
          <p:nvPr/>
        </p:nvSpPr>
        <p:spPr>
          <a:xfrm>
            <a:off x="6764811" y="3987304"/>
            <a:ext cx="221870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Fonte: (FILHO, 2023)</a:t>
            </a:r>
          </a:p>
        </p:txBody>
      </p:sp>
    </p:spTree>
    <p:extLst>
      <p:ext uri="{BB962C8B-B14F-4D97-AF65-F5344CB8AC3E}">
        <p14:creationId xmlns:p14="http://schemas.microsoft.com/office/powerpoint/2010/main" val="2431420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28C45-757B-9E70-D5F5-C66ED2649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89E9A-869B-286B-4034-A8969370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03CE-EC18-B656-2865-5C60AFCF3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Métodos de Avaliação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Acurácia</a:t>
            </a:r>
          </a:p>
          <a:p>
            <a:pPr marL="457200" lvl="1" indent="0">
              <a:buNone/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B0B4B54-DE51-81CF-0085-0D4B354A6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44" y="2867025"/>
            <a:ext cx="157162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13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40054-CFAB-6ADE-1355-FEC5313FE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4A75-536D-5987-B88A-8488A922B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781AE-4A6B-11E5-BF14-1A55769D0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Modelos de Distribuição de Espécies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Fontes: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Dado de ocorrência;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Dado ambiental;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/>
              <a:t>Frameworks de modelagem:</a:t>
            </a:r>
            <a:endParaRPr lang="pt-BR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GLM;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GAM;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MARS;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6766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DB8C1-46E1-5D19-E9A6-DF06FAF1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59715-F763-A344-8FF5-BEF88F8B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BFA26-B2EA-3EA8-CEDC-0CF0614E7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Modelos de Distribuição de Espécies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GLM – </a:t>
            </a:r>
            <a:r>
              <a:rPr lang="pt-BR" dirty="0" err="1"/>
              <a:t>Generalized</a:t>
            </a:r>
            <a:r>
              <a:rPr lang="pt-BR" dirty="0"/>
              <a:t> Linear Model: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Família exponencial de distribuição para erro;</a:t>
            </a:r>
          </a:p>
          <a:p>
            <a:pPr lvl="3"/>
            <a:r>
              <a:rPr lang="pt-BR" dirty="0"/>
              <a:t>Gaussiana, Poisson ou Binomial.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Quase-</a:t>
            </a:r>
            <a:r>
              <a:rPr lang="pt-BR" dirty="0" err="1"/>
              <a:t>Likelihood</a:t>
            </a:r>
            <a:r>
              <a:rPr lang="pt-BR" dirty="0"/>
              <a:t>;</a:t>
            </a:r>
          </a:p>
        </p:txBody>
      </p:sp>
      <p:pic>
        <p:nvPicPr>
          <p:cNvPr id="4" name="Imagem 3" descr="Gráfico, Gráfico de caixa estreita&#10;&#10;O conteúdo gerado por IA pode estar incorreto.">
            <a:extLst>
              <a:ext uri="{FF2B5EF4-FFF2-40B4-BE49-F238E27FC236}">
                <a16:creationId xmlns:a16="http://schemas.microsoft.com/office/drawing/2014/main" id="{DE5BA761-9148-27BA-1B89-3A52011E1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46" y="4002314"/>
            <a:ext cx="619125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9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6FC99-3C98-678D-2A76-F48FDC97E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0D64-AA39-99FE-963F-7C457562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C37C1-46A3-80B3-F0F5-C358FFDE3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Modelos de Distribuição de Espécies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GAM – </a:t>
            </a:r>
            <a:r>
              <a:rPr lang="pt-BR" dirty="0" err="1"/>
              <a:t>Generalized</a:t>
            </a:r>
            <a:r>
              <a:rPr lang="pt-BR" dirty="0"/>
              <a:t> </a:t>
            </a:r>
            <a:r>
              <a:rPr lang="pt-BR" dirty="0" err="1"/>
              <a:t>Additive</a:t>
            </a:r>
            <a:r>
              <a:rPr lang="pt-BR" dirty="0"/>
              <a:t> Model: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Automatização para os termos do polinômio, e melhora da qualidade;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Suavização;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Preditor linear, para, preditor aditivo.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2122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B4428-9100-1704-88E0-8CC3AE550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5FBD4-1FCA-0ABB-BB7B-9CB35711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FA81E-D7AC-CC01-2E2F-7185B2760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Modelos de Distribuição de Espécies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MARS – </a:t>
            </a:r>
            <a:r>
              <a:rPr lang="pt-BR" dirty="0" err="1"/>
              <a:t>Multivariate</a:t>
            </a:r>
            <a:r>
              <a:rPr lang="pt-BR" dirty="0"/>
              <a:t> </a:t>
            </a:r>
            <a:r>
              <a:rPr lang="pt-BR" dirty="0" err="1"/>
              <a:t>Adaptive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 err="1"/>
              <a:t>Regression</a:t>
            </a:r>
            <a:r>
              <a:rPr lang="pt-BR" dirty="0"/>
              <a:t> </a:t>
            </a:r>
            <a:r>
              <a:rPr lang="pt-BR" dirty="0" err="1"/>
              <a:t>Spline</a:t>
            </a:r>
            <a:r>
              <a:rPr lang="pt-BR" dirty="0"/>
              <a:t>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Conjunto de funções base;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pt-BR" dirty="0"/>
          </a:p>
        </p:txBody>
      </p:sp>
      <p:pic>
        <p:nvPicPr>
          <p:cNvPr id="4" name="Imagem 3" descr="Forma&#10;&#10;O conteúdo gerado por IA pode estar incorreto.">
            <a:extLst>
              <a:ext uri="{FF2B5EF4-FFF2-40B4-BE49-F238E27FC236}">
                <a16:creationId xmlns:a16="http://schemas.microsoft.com/office/drawing/2014/main" id="{75C0DA9B-EE14-8FF6-C4CE-B0512ED1A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36" y="1028473"/>
            <a:ext cx="4762500" cy="385762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E3ADC0F-A91F-C429-2D0E-6A405C7A3577}"/>
              </a:ext>
            </a:extLst>
          </p:cNvPr>
          <p:cNvSpPr txBox="1"/>
          <p:nvPr/>
        </p:nvSpPr>
        <p:spPr>
          <a:xfrm>
            <a:off x="8372928" y="4893623"/>
            <a:ext cx="2516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Fonte: Wikipedia (2025)</a:t>
            </a:r>
          </a:p>
        </p:txBody>
      </p:sp>
    </p:spTree>
    <p:extLst>
      <p:ext uri="{BB962C8B-B14F-4D97-AF65-F5344CB8AC3E}">
        <p14:creationId xmlns:p14="http://schemas.microsoft.com/office/powerpoint/2010/main" val="1861840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19054-D0A5-504F-59FF-4DDFBAA8F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E734-2946-EF41-619D-F1514914F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06C8-C1FE-19B4-6FA1-BCFA8BAA7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Análise de Algoritmos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pt-BR" dirty="0"/>
          </a:p>
          <a:p>
            <a:endParaRPr lang="pt-BR" dirty="0"/>
          </a:p>
        </p:txBody>
      </p:sp>
      <p:pic>
        <p:nvPicPr>
          <p:cNvPr id="4" name="Imagem 3" descr="Tabela&#10;&#10;O conteúdo gerado por IA pode estar incorreto.">
            <a:extLst>
              <a:ext uri="{FF2B5EF4-FFF2-40B4-BE49-F238E27FC236}">
                <a16:creationId xmlns:a16="http://schemas.microsoft.com/office/drawing/2014/main" id="{297B77FC-8379-116E-6717-35AB74398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26" y="1692275"/>
            <a:ext cx="6048376" cy="353695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5BC8BD2-65F7-974F-13FF-881473828DFE}"/>
              </a:ext>
            </a:extLst>
          </p:cNvPr>
          <p:cNvSpPr txBox="1"/>
          <p:nvPr/>
        </p:nvSpPr>
        <p:spPr>
          <a:xfrm>
            <a:off x="8200571" y="5221844"/>
            <a:ext cx="21898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Fonte: (BIG..., 2025)</a:t>
            </a:r>
          </a:p>
        </p:txBody>
      </p:sp>
    </p:spTree>
    <p:extLst>
      <p:ext uri="{BB962C8B-B14F-4D97-AF65-F5344CB8AC3E}">
        <p14:creationId xmlns:p14="http://schemas.microsoft.com/office/powerpoint/2010/main" val="1878646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B23D8-91BF-6E55-F4D3-4B7728B9E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A9F56-BC10-B60B-7923-E7332E4B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39D66-4E5B-0B34-3FC2-7168E1E4E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Análise de Algoritmos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Análise de Complexidade</a:t>
            </a:r>
            <a:endParaRPr lang="pt-BR"/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Tempo de execução.</a:t>
            </a:r>
          </a:p>
          <a:p>
            <a:endParaRPr lang="pt-BR" dirty="0"/>
          </a:p>
        </p:txBody>
      </p:sp>
      <p:pic>
        <p:nvPicPr>
          <p:cNvPr id="6" name="Imagem 5" descr="Texto, Carta&#10;&#10;O conteúdo gerado por IA pode estar incorreto.">
            <a:extLst>
              <a:ext uri="{FF2B5EF4-FFF2-40B4-BE49-F238E27FC236}">
                <a16:creationId xmlns:a16="http://schemas.microsoft.com/office/drawing/2014/main" id="{44641BEE-4BE7-C728-4944-FF62A48A7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52" y="3021012"/>
            <a:ext cx="4507140" cy="2194833"/>
          </a:xfrm>
          <a:prstGeom prst="rect">
            <a:avLst/>
          </a:prstGeom>
        </p:spPr>
      </p:pic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19A7350D-2045-ADBF-0D39-60BF5B023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286" y="2646364"/>
            <a:ext cx="5969000" cy="244520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EE9AD97-7C4B-4745-A731-4F46D8455F8A}"/>
              </a:ext>
            </a:extLst>
          </p:cNvPr>
          <p:cNvSpPr txBox="1"/>
          <p:nvPr/>
        </p:nvSpPr>
        <p:spPr>
          <a:xfrm>
            <a:off x="1545442" y="5211948"/>
            <a:ext cx="3078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Fonte: </a:t>
            </a:r>
            <a:r>
              <a:rPr lang="pt-BR" dirty="0" err="1"/>
              <a:t>Cormen</a:t>
            </a:r>
            <a:r>
              <a:rPr lang="pt-BR" dirty="0"/>
              <a:t> et al. (2009)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75F4E82-5140-559D-C51D-49ECCCCFDD84}"/>
              </a:ext>
            </a:extLst>
          </p:cNvPr>
          <p:cNvSpPr txBox="1"/>
          <p:nvPr/>
        </p:nvSpPr>
        <p:spPr>
          <a:xfrm>
            <a:off x="7196941" y="5211947"/>
            <a:ext cx="3078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Fonte: </a:t>
            </a:r>
            <a:r>
              <a:rPr lang="pt-BR" dirty="0" err="1"/>
              <a:t>Cormen</a:t>
            </a:r>
            <a:r>
              <a:rPr lang="pt-BR" dirty="0"/>
              <a:t> et al. (2009)</a:t>
            </a:r>
          </a:p>
        </p:txBody>
      </p:sp>
    </p:spTree>
    <p:extLst>
      <p:ext uri="{BB962C8B-B14F-4D97-AF65-F5344CB8AC3E}">
        <p14:creationId xmlns:p14="http://schemas.microsoft.com/office/powerpoint/2010/main" val="3463832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9D00E-67C3-17A7-C999-6F28BB9B1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D13C2-3825-0502-2AB2-6624059E3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D5BAC-5FE6-2E17-0855-781B5D839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Análise de Algoritmos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Análise de Complexidade</a:t>
            </a:r>
            <a:endParaRPr lang="pt-BR"/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Tempo de execução.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FAF4244-C0B6-8CA0-55A8-9D9E0E7C1990}"/>
              </a:ext>
            </a:extLst>
          </p:cNvPr>
          <p:cNvSpPr txBox="1"/>
          <p:nvPr/>
        </p:nvSpPr>
        <p:spPr>
          <a:xfrm>
            <a:off x="6861299" y="5602020"/>
            <a:ext cx="3078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Fonte: </a:t>
            </a:r>
            <a:r>
              <a:rPr lang="pt-BR" dirty="0" err="1"/>
              <a:t>Cormen</a:t>
            </a:r>
            <a:r>
              <a:rPr lang="pt-BR" dirty="0"/>
              <a:t> et al. (2009)</a:t>
            </a:r>
          </a:p>
        </p:txBody>
      </p:sp>
      <p:pic>
        <p:nvPicPr>
          <p:cNvPr id="4" name="Imagem 3" descr="Tabela&#10;&#10;O conteúdo gerado por IA pode estar incorreto.">
            <a:extLst>
              <a:ext uri="{FF2B5EF4-FFF2-40B4-BE49-F238E27FC236}">
                <a16:creationId xmlns:a16="http://schemas.microsoft.com/office/drawing/2014/main" id="{DF4A58DF-BE43-6943-7831-C73B88CAF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55" y="2806473"/>
            <a:ext cx="3609975" cy="2714625"/>
          </a:xfrm>
          <a:prstGeom prst="rect">
            <a:avLst/>
          </a:prstGeom>
        </p:spPr>
      </p:pic>
      <p:pic>
        <p:nvPicPr>
          <p:cNvPr id="10" name="Imagem 9" descr="Texto, Carta&#10;&#10;O conteúdo gerado por IA pode estar incorreto.">
            <a:extLst>
              <a:ext uri="{FF2B5EF4-FFF2-40B4-BE49-F238E27FC236}">
                <a16:creationId xmlns:a16="http://schemas.microsoft.com/office/drawing/2014/main" id="{8FC91EF9-DE08-A2F7-944F-A7957E654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323" y="3148012"/>
            <a:ext cx="4507140" cy="2194833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49075D28-E478-18CA-6352-FE3319268F02}"/>
              </a:ext>
            </a:extLst>
          </p:cNvPr>
          <p:cNvSpPr txBox="1"/>
          <p:nvPr/>
        </p:nvSpPr>
        <p:spPr>
          <a:xfrm>
            <a:off x="1935513" y="5338948"/>
            <a:ext cx="3078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Fonte: </a:t>
            </a:r>
            <a:r>
              <a:rPr lang="pt-BR" dirty="0" err="1"/>
              <a:t>Cormen</a:t>
            </a:r>
            <a:r>
              <a:rPr lang="pt-BR" dirty="0"/>
              <a:t> et al. (2009)</a:t>
            </a:r>
          </a:p>
        </p:txBody>
      </p:sp>
    </p:spTree>
    <p:extLst>
      <p:ext uri="{BB962C8B-B14F-4D97-AF65-F5344CB8AC3E}">
        <p14:creationId xmlns:p14="http://schemas.microsoft.com/office/powerpoint/2010/main" val="2874377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11A4A-D5D6-9BFF-04DC-09E36664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F140B-E62B-B8AE-7159-FB029B76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E95BD-8C45-FFBA-092F-F9D192FE2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Análise de Algoritmos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Análise de Complexidade</a:t>
            </a:r>
            <a:endParaRPr lang="pt-BR"/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/>
              <a:t>Tempo de execução.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410C87-D684-1514-7D6D-6544994BF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3" y="3028950"/>
            <a:ext cx="7877175" cy="8001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6D441E2-8797-4A99-4B79-BD612A4EE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259" y="4005715"/>
            <a:ext cx="1290410" cy="37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41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78555-6142-1102-2DA5-5F0E97DD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2ABE2-1F21-66FB-1CAA-264A0009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426AD-A494-590F-6A73-3E1029A1A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Análise de Algoritmos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/>
              <a:t>Análise de espaço:</a:t>
            </a:r>
          </a:p>
          <a:p>
            <a:pPr marL="914400" lvl="2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6" name="Imagem 5" descr="Texto, Carta&#10;&#10;O conteúdo gerado por IA pode estar incorreto.">
            <a:extLst>
              <a:ext uri="{FF2B5EF4-FFF2-40B4-BE49-F238E27FC236}">
                <a16:creationId xmlns:a16="http://schemas.microsoft.com/office/drawing/2014/main" id="{590C19EC-EE3B-446F-5D16-0830DE565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966" y="2776084"/>
            <a:ext cx="4507140" cy="219483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0E0B1CA-72CC-4C38-8097-8301075053FC}"/>
              </a:ext>
            </a:extLst>
          </p:cNvPr>
          <p:cNvSpPr txBox="1"/>
          <p:nvPr/>
        </p:nvSpPr>
        <p:spPr>
          <a:xfrm>
            <a:off x="2144156" y="4967020"/>
            <a:ext cx="3078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Fonte: </a:t>
            </a:r>
            <a:r>
              <a:rPr lang="pt-BR" dirty="0" err="1"/>
              <a:t>Cormen</a:t>
            </a:r>
            <a:r>
              <a:rPr lang="pt-BR" dirty="0"/>
              <a:t> et al. (2009)</a:t>
            </a:r>
          </a:p>
        </p:txBody>
      </p:sp>
    </p:spTree>
    <p:extLst>
      <p:ext uri="{BB962C8B-B14F-4D97-AF65-F5344CB8AC3E}">
        <p14:creationId xmlns:p14="http://schemas.microsoft.com/office/powerpoint/2010/main" val="3518066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DE41C-295E-1864-0694-4518C417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A699-9B12-DC21-7B48-EC64306C0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701F6-7F55-36BD-9A6F-16DBF4096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Linguagem 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 err="1"/>
              <a:t>Packages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E72100D-77F5-2468-5211-9BBF627F8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850" y="2664732"/>
            <a:ext cx="8115300" cy="8572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A414E4F-A4E5-623B-551F-D8E52FA8337D}"/>
              </a:ext>
            </a:extLst>
          </p:cNvPr>
          <p:cNvSpPr txBox="1"/>
          <p:nvPr/>
        </p:nvSpPr>
        <p:spPr>
          <a:xfrm>
            <a:off x="4356760" y="3629395"/>
            <a:ext cx="20719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Fonte: Clark (2025)</a:t>
            </a:r>
          </a:p>
        </p:txBody>
      </p:sp>
    </p:spTree>
    <p:extLst>
      <p:ext uri="{BB962C8B-B14F-4D97-AF65-F5344CB8AC3E}">
        <p14:creationId xmlns:p14="http://schemas.microsoft.com/office/powerpoint/2010/main" val="3311696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CE5B-4C39-38C3-C159-EF5E9C83B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37969-7D40-2342-9A06-D0B440D49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4518E-2979-355A-E3B1-B220689E2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696"/>
            <a:ext cx="10515600" cy="52856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Trabalhos relacionados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>
                <a:ea typeface="+mn-lt"/>
                <a:cs typeface="+mn-lt"/>
              </a:rPr>
              <a:t>"A </a:t>
            </a:r>
            <a:r>
              <a:rPr lang="pt-BR" dirty="0" err="1">
                <a:ea typeface="+mn-lt"/>
                <a:cs typeface="+mn-lt"/>
              </a:rPr>
              <a:t>comprehensive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evaluation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of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predictive</a:t>
            </a:r>
            <a:r>
              <a:rPr lang="pt-BR" dirty="0">
                <a:ea typeface="+mn-lt"/>
                <a:cs typeface="+mn-lt"/>
              </a:rPr>
              <a:t> performance </a:t>
            </a:r>
            <a:r>
              <a:rPr lang="pt-BR" dirty="0" err="1">
                <a:ea typeface="+mn-lt"/>
                <a:cs typeface="+mn-lt"/>
              </a:rPr>
              <a:t>of</a:t>
            </a:r>
            <a:r>
              <a:rPr lang="pt-BR" dirty="0">
                <a:ea typeface="+mn-lt"/>
                <a:cs typeface="+mn-lt"/>
              </a:rPr>
              <a:t> 33 </a:t>
            </a:r>
            <a:r>
              <a:rPr lang="pt-BR" dirty="0" err="1">
                <a:ea typeface="+mn-lt"/>
                <a:cs typeface="+mn-lt"/>
              </a:rPr>
              <a:t>species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distribution</a:t>
            </a:r>
            <a:r>
              <a:rPr lang="pt-BR" dirty="0">
                <a:ea typeface="+mn-lt"/>
                <a:cs typeface="+mn-lt"/>
              </a:rPr>
              <a:t> models </a:t>
            </a:r>
            <a:r>
              <a:rPr lang="pt-BR" dirty="0" err="1">
                <a:ea typeface="+mn-lt"/>
                <a:cs typeface="+mn-lt"/>
              </a:rPr>
              <a:t>at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species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and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community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levels</a:t>
            </a:r>
            <a:r>
              <a:rPr lang="pt-BR" dirty="0">
                <a:ea typeface="+mn-lt"/>
                <a:cs typeface="+mn-lt"/>
              </a:rPr>
              <a:t>"(NORBERG et al., 2019);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>
                <a:ea typeface="+mn-lt"/>
                <a:cs typeface="+mn-lt"/>
              </a:rPr>
              <a:t>"</a:t>
            </a:r>
            <a:r>
              <a:rPr lang="pt-BR" dirty="0" err="1">
                <a:ea typeface="+mn-lt"/>
                <a:cs typeface="+mn-lt"/>
              </a:rPr>
              <a:t>Generalized</a:t>
            </a:r>
            <a:r>
              <a:rPr lang="pt-BR" dirty="0">
                <a:ea typeface="+mn-lt"/>
                <a:cs typeface="+mn-lt"/>
              </a:rPr>
              <a:t> linear </a:t>
            </a:r>
            <a:r>
              <a:rPr lang="pt-BR" dirty="0" err="1">
                <a:ea typeface="+mn-lt"/>
                <a:cs typeface="+mn-lt"/>
              </a:rPr>
              <a:t>and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generalized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additive</a:t>
            </a:r>
            <a:r>
              <a:rPr lang="pt-BR" dirty="0">
                <a:ea typeface="+mn-lt"/>
                <a:cs typeface="+mn-lt"/>
              </a:rPr>
              <a:t> models in </a:t>
            </a:r>
            <a:r>
              <a:rPr lang="pt-BR" dirty="0" err="1">
                <a:ea typeface="+mn-lt"/>
                <a:cs typeface="+mn-lt"/>
              </a:rPr>
              <a:t>studies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of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species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distributions</a:t>
            </a:r>
            <a:r>
              <a:rPr lang="pt-BR" dirty="0">
                <a:ea typeface="+mn-lt"/>
                <a:cs typeface="+mn-lt"/>
              </a:rPr>
              <a:t>: setting </a:t>
            </a:r>
            <a:r>
              <a:rPr lang="pt-BR" dirty="0" err="1">
                <a:ea typeface="+mn-lt"/>
                <a:cs typeface="+mn-lt"/>
              </a:rPr>
              <a:t>the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scene</a:t>
            </a:r>
            <a:r>
              <a:rPr lang="pt-BR" dirty="0">
                <a:ea typeface="+mn-lt"/>
                <a:cs typeface="+mn-lt"/>
              </a:rPr>
              <a:t>"(GUISAN; EDWARDS; HASTIE, 2002);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>
                <a:ea typeface="+mn-lt"/>
                <a:cs typeface="+mn-lt"/>
              </a:rPr>
              <a:t>"The </a:t>
            </a:r>
            <a:r>
              <a:rPr lang="pt-BR" dirty="0" err="1">
                <a:ea typeface="+mn-lt"/>
                <a:cs typeface="+mn-lt"/>
              </a:rPr>
              <a:t>generalized</a:t>
            </a:r>
            <a:r>
              <a:rPr lang="pt-BR" dirty="0">
                <a:ea typeface="+mn-lt"/>
                <a:cs typeface="+mn-lt"/>
              </a:rPr>
              <a:t> linear model </a:t>
            </a:r>
            <a:r>
              <a:rPr lang="pt-BR" dirty="0" err="1">
                <a:ea typeface="+mn-lt"/>
                <a:cs typeface="+mn-lt"/>
              </a:rPr>
              <a:t>and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extensions</a:t>
            </a:r>
            <a:r>
              <a:rPr lang="pt-BR" dirty="0">
                <a:ea typeface="+mn-lt"/>
                <a:cs typeface="+mn-lt"/>
              </a:rPr>
              <a:t>: a review </a:t>
            </a:r>
            <a:r>
              <a:rPr lang="pt-BR" dirty="0" err="1">
                <a:ea typeface="+mn-lt"/>
                <a:cs typeface="+mn-lt"/>
              </a:rPr>
              <a:t>and</a:t>
            </a:r>
            <a:r>
              <a:rPr lang="pt-BR" dirty="0">
                <a:ea typeface="+mn-lt"/>
                <a:cs typeface="+mn-lt"/>
              </a:rPr>
              <a:t> some </a:t>
            </a:r>
            <a:r>
              <a:rPr lang="pt-BR" dirty="0" err="1">
                <a:ea typeface="+mn-lt"/>
                <a:cs typeface="+mn-lt"/>
              </a:rPr>
              <a:t>biological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and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environmental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applications</a:t>
            </a:r>
            <a:r>
              <a:rPr lang="pt-BR" dirty="0">
                <a:ea typeface="+mn-lt"/>
                <a:cs typeface="+mn-lt"/>
              </a:rPr>
              <a:t>"(PAUL; SAHA, 2007),</a:t>
            </a:r>
            <a:endParaRPr lang="pt-BR" dirty="0" err="1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>
                <a:ea typeface="+mn-lt"/>
                <a:cs typeface="+mn-lt"/>
              </a:rPr>
              <a:t>"</a:t>
            </a:r>
            <a:r>
              <a:rPr lang="pt-BR" dirty="0" err="1">
                <a:ea typeface="+mn-lt"/>
                <a:cs typeface="+mn-lt"/>
              </a:rPr>
              <a:t>Generalized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Additive</a:t>
            </a:r>
            <a:r>
              <a:rPr lang="pt-BR" dirty="0">
                <a:ea typeface="+mn-lt"/>
                <a:cs typeface="+mn-lt"/>
              </a:rPr>
              <a:t> Models"(HASTIE; TIBSHIRANI, 1986) e "</a:t>
            </a:r>
            <a:r>
              <a:rPr lang="pt-BR" dirty="0" err="1">
                <a:ea typeface="+mn-lt"/>
                <a:cs typeface="+mn-lt"/>
              </a:rPr>
              <a:t>An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introduction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to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multivariate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adaptive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regression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splines</a:t>
            </a:r>
            <a:r>
              <a:rPr lang="pt-BR" dirty="0">
                <a:ea typeface="+mn-lt"/>
                <a:cs typeface="+mn-lt"/>
              </a:rPr>
              <a:t>"(FRIEDMAN, 1991);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dirty="0">
                <a:ea typeface="+mn-lt"/>
                <a:cs typeface="+mn-lt"/>
              </a:rPr>
              <a:t>"</a:t>
            </a:r>
            <a:r>
              <a:rPr lang="pt-BR" dirty="0" err="1">
                <a:ea typeface="+mn-lt"/>
                <a:cs typeface="+mn-lt"/>
              </a:rPr>
              <a:t>An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introduction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to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multivariate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adaptive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regression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splines</a:t>
            </a:r>
            <a:r>
              <a:rPr lang="pt-BR" dirty="0">
                <a:ea typeface="+mn-lt"/>
                <a:cs typeface="+mn-lt"/>
              </a:rPr>
              <a:t>"(FRIEDMAN, 1991);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5927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4116-4340-A52E-BB08-8173A7CCD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053FD-4453-17EB-E12C-1AFE7309E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D575F-448C-8FBA-2A29-48DF9CDA3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4" name="Imagem 3" descr="Uma imagem contendo parede de papel, edifício, desenho, torre&#10;&#10;O conteúdo gerado por IA pode estar incorreto.">
            <a:extLst>
              <a:ext uri="{FF2B5EF4-FFF2-40B4-BE49-F238E27FC236}">
                <a16:creationId xmlns:a16="http://schemas.microsoft.com/office/drawing/2014/main" id="{AE532BD9-9D31-03AA-1521-166C2AF27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57" y="1384276"/>
            <a:ext cx="11085287" cy="320951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FE4856F-0025-19EE-A8C3-8D72C3D649B4}"/>
              </a:ext>
            </a:extLst>
          </p:cNvPr>
          <p:cNvSpPr txBox="1"/>
          <p:nvPr/>
        </p:nvSpPr>
        <p:spPr>
          <a:xfrm>
            <a:off x="4612408" y="4633850"/>
            <a:ext cx="29699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ea typeface="+mn-lt"/>
                <a:cs typeface="+mn-lt"/>
              </a:rPr>
              <a:t>Fonte: Elaboração do autor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37215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Tema do Office</vt:lpstr>
      <vt:lpstr>Comparação e avaliação das implementações em R dos algoritmos GAM, GLM e MARS</vt:lpstr>
      <vt:lpstr>Introdução</vt:lpstr>
      <vt:lpstr>Introdução</vt:lpstr>
      <vt:lpstr>Introdução</vt:lpstr>
      <vt:lpstr>Revisão Bibliográfica</vt:lpstr>
      <vt:lpstr>Revisão Bibliográfica</vt:lpstr>
      <vt:lpstr>Revisão Bibliográfica</vt:lpstr>
      <vt:lpstr>Revisão Bibliográfica</vt:lpstr>
      <vt:lpstr>Revisão Bibliográfica</vt:lpstr>
      <vt:lpstr>Revisão Bibliográfica</vt:lpstr>
      <vt:lpstr>Revisão Bibliográfica</vt:lpstr>
      <vt:lpstr>Revisão Bibliográfica</vt:lpstr>
      <vt:lpstr>Revisão Bibliográfica</vt:lpstr>
      <vt:lpstr>Revisão Bibliográfica</vt:lpstr>
      <vt:lpstr>Revisão Bibliográfica</vt:lpstr>
      <vt:lpstr>Revisão Bibliográfica</vt:lpstr>
      <vt:lpstr>Revisão Bibliográfica</vt:lpstr>
      <vt:lpstr>Revisão Bibliográfica</vt:lpstr>
      <vt:lpstr>Revisão Bibliográfica</vt:lpstr>
      <vt:lpstr>Revisão Bibliográfica</vt:lpstr>
      <vt:lpstr>Revisão Bibliográfica</vt:lpstr>
      <vt:lpstr>Desenvolvimento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392</cp:revision>
  <dcterms:created xsi:type="dcterms:W3CDTF">2025-06-11T14:58:48Z</dcterms:created>
  <dcterms:modified xsi:type="dcterms:W3CDTF">2025-06-21T14:41:03Z</dcterms:modified>
</cp:coreProperties>
</file>